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70" r:id="rId1"/>
    <p:sldMasterId id="2147483771" r:id="rId2"/>
    <p:sldMasterId id="2147483772" r:id="rId3"/>
  </p:sldMasterIdLst>
  <p:notesMasterIdLst>
    <p:notesMasterId r:id="rId8"/>
  </p:notesMasterIdLst>
  <p:sldIdLst>
    <p:sldId id="256" r:id="rId4"/>
    <p:sldId id="257" r:id="rId5"/>
    <p:sldId id="260" r:id="rId6"/>
    <p:sldId id="283" r:id="rId7"/>
  </p:sldIdLst>
  <p:sldSz cx="12188825" cy="6858000"/>
  <p:notesSz cx="6858000" cy="9144000"/>
  <p:embeddedFontLst>
    <p:embeddedFont>
      <p:font typeface="DM Sans" pitchFamily="2" charset="77"/>
      <p:regular r:id="rId9"/>
      <p:bold r:id="rId10"/>
      <p:italic r:id="rId11"/>
      <p:boldItalic r:id="rId12"/>
    </p:embeddedFont>
    <p:embeddedFont>
      <p:font typeface="DM Sans Medium" pitchFamily="2" charset="77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30">
          <p15:clr>
            <a:srgbClr val="9AA0A6"/>
          </p15:clr>
        </p15:guide>
        <p15:guide id="2" orient="horz" pos="3384">
          <p15:clr>
            <a:srgbClr val="9AA0A6"/>
          </p15:clr>
        </p15:guide>
        <p15:guide id="3" pos="383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>
        <p:guide orient="horz" pos="3930"/>
        <p:guide orient="horz" pos="3384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3.fntdata"/><Relationship Id="rId5" Type="http://schemas.openxmlformats.org/officeDocument/2006/relationships/slide" Target="slides/slide2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9b0f9e2777_136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g29b0f9e2777_136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Here to talk about democratizing data and AI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This has been our mission for over 10 years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Committed to it now as much as when we began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9b0f9e2777_136_8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We are the inventor of the lakehouse paradigm and are pioneers in generative AI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Our founders have created many of the most successful open source projects in data and AI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These projects form the foundation of our open approach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9" name="Google Shape;809;g29b0f9e2777_136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9b0f9e2777_136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8" name="Google Shape;878;g29b0f9e2777_136_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So this goes onto tho create three problems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FIRST, enterprises are struggling with all of these data silos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And for each, there’s a different approach to security and governance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SECOND, and generative AI has shone a bright light on this, AI opens up a lot of data privacy and control questions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THIRD, there aren’t enough technically skilled people that can make sense of these systems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Even if you solve the prior problems, most of your company is reliant on your technical team to create data products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g29b0f9e2777_136_1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6" name="Google Shape;3116;g29b0f9e2777_136_1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507" y="992767"/>
            <a:ext cx="11358000" cy="27369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496" y="3778833"/>
            <a:ext cx="11358000" cy="10569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496" y="2867800"/>
            <a:ext cx="11358000" cy="1122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503" y="600200"/>
            <a:ext cx="8488200" cy="5454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4475" y="-167"/>
            <a:ext cx="6094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3911" y="1644233"/>
            <a:ext cx="5392200" cy="19764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3911" y="3737433"/>
            <a:ext cx="5392200" cy="16467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4352" y="965433"/>
            <a:ext cx="5114700" cy="49269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496" y="1474833"/>
            <a:ext cx="11358000" cy="2618100"/>
          </a:xfrm>
          <a:prstGeom prst="rect">
            <a:avLst/>
          </a:prstGeom>
        </p:spPr>
        <p:txBody>
          <a:bodyPr spcFirstLastPara="1" wrap="square" lIns="121875" tIns="121875" rIns="121875" bIns="12187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496" y="4202967"/>
            <a:ext cx="11358000" cy="1734300"/>
          </a:xfrm>
          <a:prstGeom prst="rect">
            <a:avLst/>
          </a:prstGeom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Title Slide A - Light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761807" y="1186975"/>
            <a:ext cx="53331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761817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761816" y="5617267"/>
            <a:ext cx="560400" cy="0"/>
          </a:xfrm>
          <a:prstGeom prst="straightConnector1">
            <a:avLst/>
          </a:prstGeom>
          <a:noFill/>
          <a:ln w="38100" cap="flat" cmpd="sng">
            <a:solidFill>
              <a:srgbClr val="FF695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61816" y="5756000"/>
            <a:ext cx="5262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619" y="609606"/>
            <a:ext cx="2557623" cy="406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36323" y="608138"/>
            <a:ext cx="5649579" cy="5640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E - Blank">
  <p:cSld name="Content E - Blank">
    <p:bg>
      <p:bgPr>
        <a:solidFill>
          <a:schemeClr val="dk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ark">
  <p:cSld name="Blank - Dar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655819" y="6347791"/>
            <a:ext cx="10937100" cy="39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ing - Dark">
  <p:cSld name="Ending - Dar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20439" y="2819748"/>
            <a:ext cx="6145026" cy="977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Title Slide A - Light">
  <p:cSld name="1_1 Title Slide A - Ligh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ctrTitle"/>
          </p:nvPr>
        </p:nvSpPr>
        <p:spPr>
          <a:xfrm>
            <a:off x="761807" y="1186975"/>
            <a:ext cx="53331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ubTitle" idx="1"/>
          </p:nvPr>
        </p:nvSpPr>
        <p:spPr>
          <a:xfrm>
            <a:off x="761817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79" name="Google Shape;79;p20"/>
          <p:cNvCxnSpPr/>
          <p:nvPr/>
        </p:nvCxnSpPr>
        <p:spPr>
          <a:xfrm>
            <a:off x="761816" y="5617267"/>
            <a:ext cx="560400" cy="0"/>
          </a:xfrm>
          <a:prstGeom prst="straightConnector1">
            <a:avLst/>
          </a:prstGeom>
          <a:noFill/>
          <a:ln w="38100" cap="flat" cmpd="sng">
            <a:solidFill>
              <a:srgbClr val="FF695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20"/>
          <p:cNvSpPr txBox="1">
            <a:spLocks noGrp="1"/>
          </p:cNvSpPr>
          <p:nvPr>
            <p:ph type="subTitle" idx="2"/>
          </p:nvPr>
        </p:nvSpPr>
        <p:spPr>
          <a:xfrm>
            <a:off x="761816" y="5756000"/>
            <a:ext cx="5262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2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lvl="1" indent="0" algn="r" rtl="0">
              <a:spcBef>
                <a:spcPts val="0"/>
              </a:spcBef>
              <a:buNone/>
              <a:defRPr sz="12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lvl="2" indent="0" algn="r" rtl="0">
              <a:spcBef>
                <a:spcPts val="0"/>
              </a:spcBef>
              <a:buNone/>
              <a:defRPr sz="12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lvl="3" indent="0" algn="r" rtl="0">
              <a:spcBef>
                <a:spcPts val="0"/>
              </a:spcBef>
              <a:buNone/>
              <a:defRPr sz="12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lvl="4" indent="0" algn="r" rtl="0">
              <a:spcBef>
                <a:spcPts val="0"/>
              </a:spcBef>
              <a:buNone/>
              <a:defRPr sz="12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lvl="5" indent="0" algn="r" rtl="0">
              <a:spcBef>
                <a:spcPts val="0"/>
              </a:spcBef>
              <a:buNone/>
              <a:defRPr sz="12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lvl="6" indent="0" algn="r" rtl="0">
              <a:spcBef>
                <a:spcPts val="0"/>
              </a:spcBef>
              <a:buNone/>
              <a:defRPr sz="12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lvl="7" indent="0" algn="r" rtl="0">
              <a:spcBef>
                <a:spcPts val="0"/>
              </a:spcBef>
              <a:buNone/>
              <a:defRPr sz="12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lvl="8" indent="0" algn="r" rtl="0">
              <a:spcBef>
                <a:spcPts val="0"/>
              </a:spcBef>
              <a:buNone/>
              <a:defRPr sz="12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619" y="609606"/>
            <a:ext cx="2557623" cy="40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- Dark">
  <p:cSld name="Subtitle - Dar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2"/>
          </p:nvPr>
        </p:nvSpPr>
        <p:spPr>
          <a:xfrm>
            <a:off x="731337" y="1993392"/>
            <a:ext cx="10723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  <p15:guide id="3" orient="horz" pos="124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- Black">
  <p:cSld name="Subtitle - Black">
    <p:bg>
      <p:bgPr>
        <a:solidFill>
          <a:srgbClr val="000000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731337" y="1993392"/>
            <a:ext cx="10723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Subtitle - Dark">
  <p:cSld name="No Subtitle - Dar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1"/>
          </p:nvPr>
        </p:nvSpPr>
        <p:spPr>
          <a:xfrm>
            <a:off x="731337" y="1359407"/>
            <a:ext cx="10723200" cy="48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- Dark">
  <p:cSld name="Two Column - Dar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1" name="Google Shape;101;p24"/>
          <p:cNvCxnSpPr/>
          <p:nvPr/>
        </p:nvCxnSpPr>
        <p:spPr>
          <a:xfrm>
            <a:off x="6097032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102" name="Google Shape;102;p24"/>
          <p:cNvSpPr txBox="1">
            <a:spLocks noGrp="1"/>
          </p:cNvSpPr>
          <p:nvPr>
            <p:ph type="subTitle" idx="2"/>
          </p:nvPr>
        </p:nvSpPr>
        <p:spPr>
          <a:xfrm>
            <a:off x="731335" y="2089601"/>
            <a:ext cx="454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3"/>
          </p:nvPr>
        </p:nvSpPr>
        <p:spPr>
          <a:xfrm>
            <a:off x="731333" y="2706354"/>
            <a:ext cx="45474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4"/>
          </p:nvPr>
        </p:nvSpPr>
        <p:spPr>
          <a:xfrm>
            <a:off x="6901141" y="2706354"/>
            <a:ext cx="45474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5"/>
          </p:nvPr>
        </p:nvSpPr>
        <p:spPr>
          <a:xfrm>
            <a:off x="6901141" y="2089601"/>
            <a:ext cx="455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w/ Space - Dark">
  <p:cSld name="Two Column w/ Space - Dar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0" name="Google Shape;110;p25"/>
          <p:cNvCxnSpPr/>
          <p:nvPr/>
        </p:nvCxnSpPr>
        <p:spPr>
          <a:xfrm>
            <a:off x="6097032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111" name="Google Shape;111;p25"/>
          <p:cNvSpPr txBox="1">
            <a:spLocks noGrp="1"/>
          </p:cNvSpPr>
          <p:nvPr>
            <p:ph type="subTitle" idx="2"/>
          </p:nvPr>
        </p:nvSpPr>
        <p:spPr>
          <a:xfrm>
            <a:off x="731335" y="3815047"/>
            <a:ext cx="454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3"/>
          </p:nvPr>
        </p:nvSpPr>
        <p:spPr>
          <a:xfrm>
            <a:off x="731333" y="4399722"/>
            <a:ext cx="4547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body" idx="4"/>
          </p:nvPr>
        </p:nvSpPr>
        <p:spPr>
          <a:xfrm>
            <a:off x="6901141" y="4399722"/>
            <a:ext cx="4547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5"/>
          </p:nvPr>
        </p:nvSpPr>
        <p:spPr>
          <a:xfrm>
            <a:off x="6901141" y="3815047"/>
            <a:ext cx="455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- Dark">
  <p:cSld name="Three Column - Dar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subTitle" idx="2"/>
          </p:nvPr>
        </p:nvSpPr>
        <p:spPr>
          <a:xfrm>
            <a:off x="731335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3"/>
          </p:nvPr>
        </p:nvSpPr>
        <p:spPr>
          <a:xfrm>
            <a:off x="731333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body" idx="4"/>
          </p:nvPr>
        </p:nvSpPr>
        <p:spPr>
          <a:xfrm>
            <a:off x="4493148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body" idx="5"/>
          </p:nvPr>
        </p:nvSpPr>
        <p:spPr>
          <a:xfrm>
            <a:off x="4494675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3" name="Google Shape;123;p26"/>
          <p:cNvCxnSpPr/>
          <p:nvPr/>
        </p:nvCxnSpPr>
        <p:spPr>
          <a:xfrm>
            <a:off x="7973855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cxnSp>
        <p:nvCxnSpPr>
          <p:cNvPr id="124" name="Google Shape;124;p26"/>
          <p:cNvCxnSpPr/>
          <p:nvPr/>
        </p:nvCxnSpPr>
        <p:spPr>
          <a:xfrm>
            <a:off x="4212040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125" name="Google Shape;125;p26"/>
          <p:cNvSpPr txBox="1">
            <a:spLocks noGrp="1"/>
          </p:cNvSpPr>
          <p:nvPr>
            <p:ph type="body" idx="6"/>
          </p:nvPr>
        </p:nvSpPr>
        <p:spPr>
          <a:xfrm>
            <a:off x="8254963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7"/>
          </p:nvPr>
        </p:nvSpPr>
        <p:spPr>
          <a:xfrm>
            <a:off x="8254963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w/ Space - Dark">
  <p:cSld name="Three Column w/ Space - Dark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subTitle" idx="2"/>
          </p:nvPr>
        </p:nvSpPr>
        <p:spPr>
          <a:xfrm>
            <a:off x="731335" y="3813048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body" idx="3"/>
          </p:nvPr>
        </p:nvSpPr>
        <p:spPr>
          <a:xfrm>
            <a:off x="729806" y="4398264"/>
            <a:ext cx="31995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body" idx="4"/>
          </p:nvPr>
        </p:nvSpPr>
        <p:spPr>
          <a:xfrm>
            <a:off x="4493148" y="4398264"/>
            <a:ext cx="31995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body" idx="5"/>
          </p:nvPr>
        </p:nvSpPr>
        <p:spPr>
          <a:xfrm>
            <a:off x="4494675" y="3813048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35" name="Google Shape;135;p27"/>
          <p:cNvCxnSpPr/>
          <p:nvPr/>
        </p:nvCxnSpPr>
        <p:spPr>
          <a:xfrm>
            <a:off x="7973855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cxnSp>
        <p:nvCxnSpPr>
          <p:cNvPr id="136" name="Google Shape;136;p27"/>
          <p:cNvCxnSpPr/>
          <p:nvPr/>
        </p:nvCxnSpPr>
        <p:spPr>
          <a:xfrm>
            <a:off x="4212040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137" name="Google Shape;137;p27"/>
          <p:cNvSpPr txBox="1">
            <a:spLocks noGrp="1"/>
          </p:cNvSpPr>
          <p:nvPr>
            <p:ph type="body" idx="6"/>
          </p:nvPr>
        </p:nvSpPr>
        <p:spPr>
          <a:xfrm>
            <a:off x="8254963" y="3813048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body" idx="7"/>
          </p:nvPr>
        </p:nvSpPr>
        <p:spPr>
          <a:xfrm>
            <a:off x="8254963" y="4398264"/>
            <a:ext cx="31995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Alt - Dark">
  <p:cSld name="Three Column Alt - Dar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/>
          <p:nvPr/>
        </p:nvSpPr>
        <p:spPr>
          <a:xfrm>
            <a:off x="4292030" y="1899963"/>
            <a:ext cx="3601800" cy="4345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28"/>
          <p:cNvSpPr/>
          <p:nvPr/>
        </p:nvSpPr>
        <p:spPr>
          <a:xfrm>
            <a:off x="8056900" y="1899962"/>
            <a:ext cx="3601800" cy="4345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530215" y="1903276"/>
            <a:ext cx="3601800" cy="4345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28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subTitle" idx="2"/>
          </p:nvPr>
        </p:nvSpPr>
        <p:spPr>
          <a:xfrm>
            <a:off x="731335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body" idx="3"/>
          </p:nvPr>
        </p:nvSpPr>
        <p:spPr>
          <a:xfrm>
            <a:off x="731333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body" idx="4"/>
          </p:nvPr>
        </p:nvSpPr>
        <p:spPr>
          <a:xfrm>
            <a:off x="4493148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body" idx="5"/>
          </p:nvPr>
        </p:nvSpPr>
        <p:spPr>
          <a:xfrm>
            <a:off x="4494675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body" idx="6"/>
          </p:nvPr>
        </p:nvSpPr>
        <p:spPr>
          <a:xfrm>
            <a:off x="8254963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body" idx="7"/>
          </p:nvPr>
        </p:nvSpPr>
        <p:spPr>
          <a:xfrm>
            <a:off x="8254963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Callout - Dark">
  <p:cSld name="Right Callout - Dark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9"/>
          <p:cNvSpPr/>
          <p:nvPr/>
        </p:nvSpPr>
        <p:spPr>
          <a:xfrm>
            <a:off x="6022718" y="1825633"/>
            <a:ext cx="5609700" cy="44229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29"/>
          <p:cNvSpPr txBox="1">
            <a:spLocks noGrp="1"/>
          </p:cNvSpPr>
          <p:nvPr>
            <p:ph type="body" idx="2"/>
          </p:nvPr>
        </p:nvSpPr>
        <p:spPr>
          <a:xfrm>
            <a:off x="731335" y="1993392"/>
            <a:ext cx="45018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3"/>
          </p:nvPr>
        </p:nvSpPr>
        <p:spPr>
          <a:xfrm>
            <a:off x="6187907" y="1993392"/>
            <a:ext cx="52668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Callout - Dark">
  <p:cSld name="Left Callout - Dark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/>
          <p:nvPr/>
        </p:nvSpPr>
        <p:spPr>
          <a:xfrm>
            <a:off x="566146" y="1825633"/>
            <a:ext cx="5609700" cy="44229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2"/>
          </p:nvPr>
        </p:nvSpPr>
        <p:spPr>
          <a:xfrm>
            <a:off x="731335" y="1993392"/>
            <a:ext cx="52668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3"/>
          </p:nvPr>
        </p:nvSpPr>
        <p:spPr>
          <a:xfrm>
            <a:off x="6952598" y="1993392"/>
            <a:ext cx="45018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Alt - Dark">
  <p:cSld name="Subtitle Alt - Dark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/>
          <p:nvPr/>
        </p:nvSpPr>
        <p:spPr>
          <a:xfrm>
            <a:off x="566146" y="1825633"/>
            <a:ext cx="11066400" cy="44229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body" idx="2"/>
          </p:nvPr>
        </p:nvSpPr>
        <p:spPr>
          <a:xfrm>
            <a:off x="731337" y="1993392"/>
            <a:ext cx="10723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pos="3839">
          <p15:clr>
            <a:srgbClr val="FBAE40"/>
          </p15:clr>
        </p15:guide>
        <p15:guide id="3" pos="3935">
          <p15:clr>
            <a:srgbClr val="FBAE40"/>
          </p15:clr>
        </p15:guide>
        <p15:guide id="4" pos="3743">
          <p15:clr>
            <a:srgbClr val="FBAE40"/>
          </p15:clr>
        </p15:guide>
        <p15:guide id="5" orient="horz" pos="115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 - Dark">
  <p:cSld name="Four Box - Dark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/>
          <p:nvPr/>
        </p:nvSpPr>
        <p:spPr>
          <a:xfrm rot="5400000">
            <a:off x="2225411" y="169500"/>
            <a:ext cx="2057400" cy="5376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32"/>
          <p:cNvSpPr/>
          <p:nvPr/>
        </p:nvSpPr>
        <p:spPr>
          <a:xfrm rot="5400000">
            <a:off x="2225410" y="2531700"/>
            <a:ext cx="2057400" cy="5376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32"/>
          <p:cNvSpPr/>
          <p:nvPr/>
        </p:nvSpPr>
        <p:spPr>
          <a:xfrm rot="5400000">
            <a:off x="7906108" y="169500"/>
            <a:ext cx="2057400" cy="5376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32"/>
          <p:cNvSpPr/>
          <p:nvPr/>
        </p:nvSpPr>
        <p:spPr>
          <a:xfrm rot="5400000">
            <a:off x="7906107" y="2531700"/>
            <a:ext cx="2057400" cy="5376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32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body" idx="2"/>
          </p:nvPr>
        </p:nvSpPr>
        <p:spPr>
          <a:xfrm>
            <a:off x="731337" y="1993392"/>
            <a:ext cx="5038500" cy="17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2"/>
          <p:cNvSpPr txBox="1">
            <a:spLocks noGrp="1"/>
          </p:cNvSpPr>
          <p:nvPr>
            <p:ph type="body" idx="3"/>
          </p:nvPr>
        </p:nvSpPr>
        <p:spPr>
          <a:xfrm>
            <a:off x="731337" y="4344525"/>
            <a:ext cx="5038500" cy="17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body" idx="4"/>
          </p:nvPr>
        </p:nvSpPr>
        <p:spPr>
          <a:xfrm>
            <a:off x="6415553" y="1987892"/>
            <a:ext cx="5038500" cy="17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5"/>
          </p:nvPr>
        </p:nvSpPr>
        <p:spPr>
          <a:xfrm>
            <a:off x="6415553" y="4344525"/>
            <a:ext cx="5038500" cy="17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pos="3839">
          <p15:clr>
            <a:srgbClr val="FBAE40"/>
          </p15:clr>
        </p15:guide>
        <p15:guide id="3" pos="3935">
          <p15:clr>
            <a:srgbClr val="FBAE40"/>
          </p15:clr>
        </p15:guide>
        <p15:guide id="4" pos="3743">
          <p15:clr>
            <a:srgbClr val="FBAE40"/>
          </p15:clr>
        </p15:guide>
        <p15:guide id="5" orient="horz" pos="115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- Dark">
  <p:cSld name="Chapter - Dark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>
            <a:spLocks noGrp="1"/>
          </p:cNvSpPr>
          <p:nvPr>
            <p:ph type="title"/>
          </p:nvPr>
        </p:nvSpPr>
        <p:spPr>
          <a:xfrm>
            <a:off x="749620" y="539496"/>
            <a:ext cx="88767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DM Sans Medium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3"/>
          <p:cNvSpPr/>
          <p:nvPr/>
        </p:nvSpPr>
        <p:spPr>
          <a:xfrm>
            <a:off x="11222650" y="0"/>
            <a:ext cx="975000" cy="97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33"/>
          <p:cNvSpPr/>
          <p:nvPr/>
        </p:nvSpPr>
        <p:spPr>
          <a:xfrm>
            <a:off x="10202660" y="0"/>
            <a:ext cx="1988400" cy="1989600"/>
          </a:xfrm>
          <a:prstGeom prst="ellipse">
            <a:avLst/>
          </a:prstGeom>
          <a:solidFill>
            <a:srgbClr val="FF5F46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33"/>
          <p:cNvSpPr/>
          <p:nvPr/>
        </p:nvSpPr>
        <p:spPr>
          <a:xfrm rot="10800000">
            <a:off x="10202864" y="4258800"/>
            <a:ext cx="1988400" cy="1989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33"/>
          <p:cNvSpPr/>
          <p:nvPr/>
        </p:nvSpPr>
        <p:spPr>
          <a:xfrm>
            <a:off x="11222650" y="3283200"/>
            <a:ext cx="975000" cy="9756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33"/>
          <p:cNvSpPr/>
          <p:nvPr/>
        </p:nvSpPr>
        <p:spPr>
          <a:xfrm rot="-5400000">
            <a:off x="11213854" y="3283267"/>
            <a:ext cx="977700" cy="9771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</a:pPr>
            <a:endParaRPr sz="19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8237777" y="975600"/>
            <a:ext cx="481200" cy="48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33"/>
          <p:cNvSpPr/>
          <p:nvPr/>
        </p:nvSpPr>
        <p:spPr>
          <a:xfrm>
            <a:off x="8866662" y="5767200"/>
            <a:ext cx="481200" cy="481200"/>
          </a:xfrm>
          <a:prstGeom prst="ellipse">
            <a:avLst/>
          </a:prstGeom>
          <a:solidFill>
            <a:srgbClr val="FF5F46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33"/>
          <p:cNvSpPr/>
          <p:nvPr/>
        </p:nvSpPr>
        <p:spPr>
          <a:xfrm>
            <a:off x="9966245" y="3046667"/>
            <a:ext cx="236400" cy="2364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Alt 1 - Dark">
  <p:cSld name="Chapter Alt 1 - Dark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>
            <a:spLocks noGrp="1"/>
          </p:cNvSpPr>
          <p:nvPr>
            <p:ph type="title"/>
          </p:nvPr>
        </p:nvSpPr>
        <p:spPr>
          <a:xfrm>
            <a:off x="749620" y="539496"/>
            <a:ext cx="88767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DM Sans Medium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4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4"/>
          <p:cNvSpPr/>
          <p:nvPr/>
        </p:nvSpPr>
        <p:spPr>
          <a:xfrm rot="10800000">
            <a:off x="10357450" y="1989767"/>
            <a:ext cx="865200" cy="8655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</a:pPr>
            <a:endParaRPr sz="1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34"/>
          <p:cNvSpPr/>
          <p:nvPr/>
        </p:nvSpPr>
        <p:spPr>
          <a:xfrm rot="10800000">
            <a:off x="10506250" y="1989600"/>
            <a:ext cx="716400" cy="7167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</a:pPr>
            <a:endParaRPr sz="1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34"/>
          <p:cNvSpPr/>
          <p:nvPr/>
        </p:nvSpPr>
        <p:spPr>
          <a:xfrm rot="10800000">
            <a:off x="10650217" y="1989633"/>
            <a:ext cx="571800" cy="5721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</a:pPr>
            <a:endParaRPr sz="1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1" name="Google Shape;201;p34"/>
          <p:cNvCxnSpPr>
            <a:stCxn id="200" idx="2"/>
          </p:cNvCxnSpPr>
          <p:nvPr/>
        </p:nvCxnSpPr>
        <p:spPr>
          <a:xfrm rot="10800000">
            <a:off x="10650217" y="1981383"/>
            <a:ext cx="0" cy="29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34"/>
          <p:cNvCxnSpPr>
            <a:stCxn id="198" idx="2"/>
          </p:cNvCxnSpPr>
          <p:nvPr/>
        </p:nvCxnSpPr>
        <p:spPr>
          <a:xfrm rot="10800000">
            <a:off x="10357450" y="1983617"/>
            <a:ext cx="0" cy="43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3" name="Google Shape;203;p34"/>
          <p:cNvCxnSpPr>
            <a:stCxn id="199" idx="2"/>
          </p:cNvCxnSpPr>
          <p:nvPr/>
        </p:nvCxnSpPr>
        <p:spPr>
          <a:xfrm rot="10800000">
            <a:off x="10506250" y="1983450"/>
            <a:ext cx="0" cy="36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Google Shape;204;p34"/>
          <p:cNvCxnSpPr>
            <a:stCxn id="200" idx="0"/>
          </p:cNvCxnSpPr>
          <p:nvPr/>
        </p:nvCxnSpPr>
        <p:spPr>
          <a:xfrm>
            <a:off x="10936117" y="2561733"/>
            <a:ext cx="325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34"/>
          <p:cNvCxnSpPr>
            <a:stCxn id="199" idx="0"/>
          </p:cNvCxnSpPr>
          <p:nvPr/>
        </p:nvCxnSpPr>
        <p:spPr>
          <a:xfrm>
            <a:off x="10864450" y="2706300"/>
            <a:ext cx="47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34"/>
          <p:cNvCxnSpPr>
            <a:stCxn id="198" idx="0"/>
          </p:cNvCxnSpPr>
          <p:nvPr/>
        </p:nvCxnSpPr>
        <p:spPr>
          <a:xfrm>
            <a:off x="10790050" y="2855267"/>
            <a:ext cx="456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" name="Google Shape;207;p34"/>
          <p:cNvSpPr/>
          <p:nvPr/>
        </p:nvSpPr>
        <p:spPr>
          <a:xfrm>
            <a:off x="10247538" y="0"/>
            <a:ext cx="975000" cy="97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10202660" y="4258800"/>
            <a:ext cx="1988400" cy="19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34"/>
          <p:cNvSpPr/>
          <p:nvPr/>
        </p:nvSpPr>
        <p:spPr>
          <a:xfrm rot="-5400000">
            <a:off x="10202060" y="600"/>
            <a:ext cx="1989600" cy="19884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34"/>
          <p:cNvSpPr/>
          <p:nvPr/>
        </p:nvSpPr>
        <p:spPr>
          <a:xfrm>
            <a:off x="11222650" y="1989733"/>
            <a:ext cx="975000" cy="97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34"/>
          <p:cNvSpPr/>
          <p:nvPr/>
        </p:nvSpPr>
        <p:spPr>
          <a:xfrm rot="-5400000">
            <a:off x="11213854" y="1989800"/>
            <a:ext cx="977700" cy="977100"/>
          </a:xfrm>
          <a:prstGeom prst="rtTriangle">
            <a:avLst/>
          </a:prstGeom>
          <a:solidFill>
            <a:srgbClr val="FF362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34"/>
          <p:cNvSpPr/>
          <p:nvPr/>
        </p:nvSpPr>
        <p:spPr>
          <a:xfrm>
            <a:off x="9721700" y="5767200"/>
            <a:ext cx="481200" cy="481200"/>
          </a:xfrm>
          <a:prstGeom prst="rect">
            <a:avLst/>
          </a:prstGeom>
          <a:solidFill>
            <a:srgbClr val="FF5F46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34"/>
          <p:cNvSpPr/>
          <p:nvPr/>
        </p:nvSpPr>
        <p:spPr>
          <a:xfrm>
            <a:off x="8866662" y="494400"/>
            <a:ext cx="481200" cy="481200"/>
          </a:xfrm>
          <a:prstGeom prst="ellipse">
            <a:avLst/>
          </a:prstGeom>
          <a:solidFill>
            <a:srgbClr val="FF5F46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10197296" y="4258800"/>
            <a:ext cx="1988400" cy="19896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143D4A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Alt 2 - Dark">
  <p:cSld name="Chapter Alt 2 - Dark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>
            <a:spLocks noGrp="1"/>
          </p:cNvSpPr>
          <p:nvPr>
            <p:ph type="title"/>
          </p:nvPr>
        </p:nvSpPr>
        <p:spPr>
          <a:xfrm>
            <a:off x="749620" y="539496"/>
            <a:ext cx="88767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DM Sans Medium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5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35"/>
          <p:cNvSpPr/>
          <p:nvPr/>
        </p:nvSpPr>
        <p:spPr>
          <a:xfrm>
            <a:off x="10217719" y="1989600"/>
            <a:ext cx="975000" cy="97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35"/>
          <p:cNvSpPr/>
          <p:nvPr/>
        </p:nvSpPr>
        <p:spPr>
          <a:xfrm>
            <a:off x="11210789" y="2965200"/>
            <a:ext cx="980400" cy="19896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35"/>
          <p:cNvSpPr/>
          <p:nvPr/>
        </p:nvSpPr>
        <p:spPr>
          <a:xfrm rot="10800000">
            <a:off x="10200183" y="2965200"/>
            <a:ext cx="1988400" cy="19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35"/>
          <p:cNvSpPr/>
          <p:nvPr/>
        </p:nvSpPr>
        <p:spPr>
          <a:xfrm rot="-5400000">
            <a:off x="10202060" y="600"/>
            <a:ext cx="1989600" cy="19884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35"/>
          <p:cNvSpPr/>
          <p:nvPr/>
        </p:nvSpPr>
        <p:spPr>
          <a:xfrm rot="-5400000">
            <a:off x="8285492" y="33"/>
            <a:ext cx="480300" cy="4803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</a:pPr>
            <a:r>
              <a:rPr lang="en" sz="1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endParaRPr sz="1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35"/>
          <p:cNvSpPr/>
          <p:nvPr/>
        </p:nvSpPr>
        <p:spPr>
          <a:xfrm>
            <a:off x="11704941" y="5767200"/>
            <a:ext cx="481200" cy="4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35"/>
          <p:cNvSpPr/>
          <p:nvPr/>
        </p:nvSpPr>
        <p:spPr>
          <a:xfrm>
            <a:off x="9721700" y="535633"/>
            <a:ext cx="481200" cy="48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35"/>
          <p:cNvSpPr/>
          <p:nvPr/>
        </p:nvSpPr>
        <p:spPr>
          <a:xfrm rot="10800000">
            <a:off x="10200183" y="2965200"/>
            <a:ext cx="1988400" cy="19896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143D4A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35"/>
          <p:cNvSpPr/>
          <p:nvPr/>
        </p:nvSpPr>
        <p:spPr>
          <a:xfrm rot="-5400000">
            <a:off x="10199378" y="2965800"/>
            <a:ext cx="1989600" cy="19884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143D4A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27" name="Google Shape;227;p35"/>
          <p:cNvCxnSpPr/>
          <p:nvPr/>
        </p:nvCxnSpPr>
        <p:spPr>
          <a:xfrm>
            <a:off x="11369243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35"/>
          <p:cNvCxnSpPr/>
          <p:nvPr/>
        </p:nvCxnSpPr>
        <p:spPr>
          <a:xfrm>
            <a:off x="11535094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9" name="Google Shape;229;p35"/>
          <p:cNvCxnSpPr/>
          <p:nvPr/>
        </p:nvCxnSpPr>
        <p:spPr>
          <a:xfrm>
            <a:off x="11700943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35"/>
          <p:cNvCxnSpPr/>
          <p:nvPr/>
        </p:nvCxnSpPr>
        <p:spPr>
          <a:xfrm>
            <a:off x="11866794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p35"/>
          <p:cNvCxnSpPr/>
          <p:nvPr/>
        </p:nvCxnSpPr>
        <p:spPr>
          <a:xfrm>
            <a:off x="12032644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Black">
  <p:cSld name="Blank - Black"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/>
          <p:nvPr/>
        </p:nvSpPr>
        <p:spPr>
          <a:xfrm>
            <a:off x="655819" y="6347791"/>
            <a:ext cx="10937100" cy="39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ark 1">
  <p:cSld name="OBJECT_2_1_1_2_1_1_1_3_1">
    <p:bg>
      <p:bgPr>
        <a:solidFill>
          <a:schemeClr val="dk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>
            <a:spLocks noGrp="1"/>
          </p:cNvSpPr>
          <p:nvPr>
            <p:ph type="sldNum" idx="12"/>
          </p:nvPr>
        </p:nvSpPr>
        <p:spPr>
          <a:xfrm>
            <a:off x="10866574" y="6351634"/>
            <a:ext cx="666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E - Blank">
  <p:cSld name="Content E - Blank">
    <p:bg>
      <p:bgPr>
        <a:solidFill>
          <a:schemeClr val="dk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Title Slide A - Light" type="title">
  <p:cSld name="TITLE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>
            <a:spLocks noGrp="1"/>
          </p:cNvSpPr>
          <p:nvPr>
            <p:ph type="ctrTitle"/>
          </p:nvPr>
        </p:nvSpPr>
        <p:spPr>
          <a:xfrm>
            <a:off x="761807" y="1186975"/>
            <a:ext cx="53331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42"/>
          <p:cNvSpPr txBox="1">
            <a:spLocks noGrp="1"/>
          </p:cNvSpPr>
          <p:nvPr>
            <p:ph type="subTitle" idx="1"/>
          </p:nvPr>
        </p:nvSpPr>
        <p:spPr>
          <a:xfrm>
            <a:off x="761817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53" name="Google Shape;253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816" y="609599"/>
            <a:ext cx="2558284" cy="405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42"/>
          <p:cNvCxnSpPr/>
          <p:nvPr/>
        </p:nvCxnSpPr>
        <p:spPr>
          <a:xfrm>
            <a:off x="761816" y="5617267"/>
            <a:ext cx="560400" cy="0"/>
          </a:xfrm>
          <a:prstGeom prst="straightConnector1">
            <a:avLst/>
          </a:prstGeom>
          <a:noFill/>
          <a:ln w="38100" cap="flat" cmpd="sng">
            <a:solidFill>
              <a:srgbClr val="FF695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2"/>
          <p:cNvSpPr txBox="1">
            <a:spLocks noGrp="1"/>
          </p:cNvSpPr>
          <p:nvPr>
            <p:ph type="subTitle" idx="2"/>
          </p:nvPr>
        </p:nvSpPr>
        <p:spPr>
          <a:xfrm>
            <a:off x="761816" y="5756000"/>
            <a:ext cx="5262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56" name="Google Shape;25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38026" y="608126"/>
            <a:ext cx="5651049" cy="5640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lvl="1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lvl="2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lvl="3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lvl="4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lvl="5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lvl="6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lvl="7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lvl="8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Title Slide A - Light">
  <p:cSld name="1_1 Title Slide A - Light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>
            <a:spLocks noGrp="1"/>
          </p:cNvSpPr>
          <p:nvPr>
            <p:ph type="ctrTitle"/>
          </p:nvPr>
        </p:nvSpPr>
        <p:spPr>
          <a:xfrm>
            <a:off x="761807" y="1186975"/>
            <a:ext cx="53331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43"/>
          <p:cNvSpPr txBox="1">
            <a:spLocks noGrp="1"/>
          </p:cNvSpPr>
          <p:nvPr>
            <p:ph type="subTitle" idx="1"/>
          </p:nvPr>
        </p:nvSpPr>
        <p:spPr>
          <a:xfrm>
            <a:off x="761817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61" name="Google Shape;261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816" y="609599"/>
            <a:ext cx="2558284" cy="405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43"/>
          <p:cNvCxnSpPr/>
          <p:nvPr/>
        </p:nvCxnSpPr>
        <p:spPr>
          <a:xfrm>
            <a:off x="761816" y="5617267"/>
            <a:ext cx="560400" cy="0"/>
          </a:xfrm>
          <a:prstGeom prst="straightConnector1">
            <a:avLst/>
          </a:prstGeom>
          <a:noFill/>
          <a:ln w="38100" cap="flat" cmpd="sng">
            <a:solidFill>
              <a:srgbClr val="FF695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p43"/>
          <p:cNvSpPr txBox="1">
            <a:spLocks noGrp="1"/>
          </p:cNvSpPr>
          <p:nvPr>
            <p:ph type="subTitle" idx="2"/>
          </p:nvPr>
        </p:nvSpPr>
        <p:spPr>
          <a:xfrm>
            <a:off x="761816" y="5756000"/>
            <a:ext cx="5262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43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lvl="1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lvl="2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lvl="3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lvl="4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lvl="5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lvl="6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lvl="7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lvl="8" indent="0" algn="r" rtl="0">
              <a:spcBef>
                <a:spcPts val="0"/>
              </a:spcBef>
              <a:buNone/>
              <a:defRPr sz="1200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- Light">
  <p:cSld name="Subtitle - Ligh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44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44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44"/>
          <p:cNvSpPr txBox="1">
            <a:spLocks noGrp="1"/>
          </p:cNvSpPr>
          <p:nvPr>
            <p:ph type="body" idx="2"/>
          </p:nvPr>
        </p:nvSpPr>
        <p:spPr>
          <a:xfrm>
            <a:off x="731337" y="1993392"/>
            <a:ext cx="10723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  <p15:guide id="3" orient="horz" pos="124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- White">
  <p:cSld name="Subtitle - White"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5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45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45"/>
          <p:cNvSpPr txBox="1">
            <a:spLocks noGrp="1"/>
          </p:cNvSpPr>
          <p:nvPr>
            <p:ph type="body" idx="2"/>
          </p:nvPr>
        </p:nvSpPr>
        <p:spPr>
          <a:xfrm>
            <a:off x="731337" y="1993392"/>
            <a:ext cx="10723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Subtitle - Light">
  <p:cSld name="No Subtitle - Light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6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46"/>
          <p:cNvSpPr txBox="1">
            <a:spLocks noGrp="1"/>
          </p:cNvSpPr>
          <p:nvPr>
            <p:ph type="body" idx="1"/>
          </p:nvPr>
        </p:nvSpPr>
        <p:spPr>
          <a:xfrm>
            <a:off x="731337" y="1359407"/>
            <a:ext cx="10723200" cy="48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- Light">
  <p:cSld name="Two Column - Light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7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47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47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83" name="Google Shape;283;p47"/>
          <p:cNvCxnSpPr/>
          <p:nvPr/>
        </p:nvCxnSpPr>
        <p:spPr>
          <a:xfrm>
            <a:off x="6097032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284" name="Google Shape;284;p47"/>
          <p:cNvSpPr txBox="1">
            <a:spLocks noGrp="1"/>
          </p:cNvSpPr>
          <p:nvPr>
            <p:ph type="subTitle" idx="2"/>
          </p:nvPr>
        </p:nvSpPr>
        <p:spPr>
          <a:xfrm>
            <a:off x="731335" y="2089601"/>
            <a:ext cx="454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47"/>
          <p:cNvSpPr txBox="1">
            <a:spLocks noGrp="1"/>
          </p:cNvSpPr>
          <p:nvPr>
            <p:ph type="body" idx="3"/>
          </p:nvPr>
        </p:nvSpPr>
        <p:spPr>
          <a:xfrm>
            <a:off x="731333" y="2706354"/>
            <a:ext cx="45474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47"/>
          <p:cNvSpPr txBox="1">
            <a:spLocks noGrp="1"/>
          </p:cNvSpPr>
          <p:nvPr>
            <p:ph type="body" idx="4"/>
          </p:nvPr>
        </p:nvSpPr>
        <p:spPr>
          <a:xfrm>
            <a:off x="6901141" y="2706354"/>
            <a:ext cx="45474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47"/>
          <p:cNvSpPr txBox="1">
            <a:spLocks noGrp="1"/>
          </p:cNvSpPr>
          <p:nvPr>
            <p:ph type="body" idx="5"/>
          </p:nvPr>
        </p:nvSpPr>
        <p:spPr>
          <a:xfrm>
            <a:off x="6901141" y="2089601"/>
            <a:ext cx="455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w/ Space - Light">
  <p:cSld name="Two Column w/ Space - Light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8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48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48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2" name="Google Shape;292;p48"/>
          <p:cNvCxnSpPr/>
          <p:nvPr/>
        </p:nvCxnSpPr>
        <p:spPr>
          <a:xfrm>
            <a:off x="6097032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293" name="Google Shape;293;p48"/>
          <p:cNvSpPr txBox="1">
            <a:spLocks noGrp="1"/>
          </p:cNvSpPr>
          <p:nvPr>
            <p:ph type="subTitle" idx="2"/>
          </p:nvPr>
        </p:nvSpPr>
        <p:spPr>
          <a:xfrm>
            <a:off x="731335" y="3815047"/>
            <a:ext cx="454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48"/>
          <p:cNvSpPr txBox="1">
            <a:spLocks noGrp="1"/>
          </p:cNvSpPr>
          <p:nvPr>
            <p:ph type="body" idx="3"/>
          </p:nvPr>
        </p:nvSpPr>
        <p:spPr>
          <a:xfrm>
            <a:off x="731333" y="4399722"/>
            <a:ext cx="4547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48"/>
          <p:cNvSpPr txBox="1">
            <a:spLocks noGrp="1"/>
          </p:cNvSpPr>
          <p:nvPr>
            <p:ph type="body" idx="4"/>
          </p:nvPr>
        </p:nvSpPr>
        <p:spPr>
          <a:xfrm>
            <a:off x="6901141" y="4399722"/>
            <a:ext cx="4547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48"/>
          <p:cNvSpPr txBox="1">
            <a:spLocks noGrp="1"/>
          </p:cNvSpPr>
          <p:nvPr>
            <p:ph type="body" idx="5"/>
          </p:nvPr>
        </p:nvSpPr>
        <p:spPr>
          <a:xfrm>
            <a:off x="6901141" y="3815047"/>
            <a:ext cx="455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- Light">
  <p:cSld name="Three Column - Light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49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49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49"/>
          <p:cNvSpPr txBox="1">
            <a:spLocks noGrp="1"/>
          </p:cNvSpPr>
          <p:nvPr>
            <p:ph type="subTitle" idx="2"/>
          </p:nvPr>
        </p:nvSpPr>
        <p:spPr>
          <a:xfrm>
            <a:off x="731335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49"/>
          <p:cNvSpPr txBox="1">
            <a:spLocks noGrp="1"/>
          </p:cNvSpPr>
          <p:nvPr>
            <p:ph type="body" idx="3"/>
          </p:nvPr>
        </p:nvSpPr>
        <p:spPr>
          <a:xfrm>
            <a:off x="731333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3" name="Google Shape;303;p49"/>
          <p:cNvSpPr txBox="1">
            <a:spLocks noGrp="1"/>
          </p:cNvSpPr>
          <p:nvPr>
            <p:ph type="body" idx="4"/>
          </p:nvPr>
        </p:nvSpPr>
        <p:spPr>
          <a:xfrm>
            <a:off x="4493148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49"/>
          <p:cNvSpPr txBox="1">
            <a:spLocks noGrp="1"/>
          </p:cNvSpPr>
          <p:nvPr>
            <p:ph type="body" idx="5"/>
          </p:nvPr>
        </p:nvSpPr>
        <p:spPr>
          <a:xfrm>
            <a:off x="4494675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05" name="Google Shape;305;p49"/>
          <p:cNvCxnSpPr/>
          <p:nvPr/>
        </p:nvCxnSpPr>
        <p:spPr>
          <a:xfrm>
            <a:off x="7973855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cxnSp>
        <p:nvCxnSpPr>
          <p:cNvPr id="306" name="Google Shape;306;p49"/>
          <p:cNvCxnSpPr/>
          <p:nvPr/>
        </p:nvCxnSpPr>
        <p:spPr>
          <a:xfrm>
            <a:off x="4212040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07" name="Google Shape;307;p49"/>
          <p:cNvSpPr txBox="1">
            <a:spLocks noGrp="1"/>
          </p:cNvSpPr>
          <p:nvPr>
            <p:ph type="body" idx="6"/>
          </p:nvPr>
        </p:nvSpPr>
        <p:spPr>
          <a:xfrm>
            <a:off x="8254963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49"/>
          <p:cNvSpPr txBox="1">
            <a:spLocks noGrp="1"/>
          </p:cNvSpPr>
          <p:nvPr>
            <p:ph type="body" idx="7"/>
          </p:nvPr>
        </p:nvSpPr>
        <p:spPr>
          <a:xfrm>
            <a:off x="8254963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w/ Space - Light">
  <p:cSld name="Three Column w/ Space - Ligh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50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50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50"/>
          <p:cNvSpPr txBox="1">
            <a:spLocks noGrp="1"/>
          </p:cNvSpPr>
          <p:nvPr>
            <p:ph type="subTitle" idx="2"/>
          </p:nvPr>
        </p:nvSpPr>
        <p:spPr>
          <a:xfrm>
            <a:off x="731335" y="3813048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50"/>
          <p:cNvSpPr txBox="1">
            <a:spLocks noGrp="1"/>
          </p:cNvSpPr>
          <p:nvPr>
            <p:ph type="body" idx="3"/>
          </p:nvPr>
        </p:nvSpPr>
        <p:spPr>
          <a:xfrm>
            <a:off x="729806" y="4398264"/>
            <a:ext cx="31995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50"/>
          <p:cNvSpPr txBox="1">
            <a:spLocks noGrp="1"/>
          </p:cNvSpPr>
          <p:nvPr>
            <p:ph type="body" idx="4"/>
          </p:nvPr>
        </p:nvSpPr>
        <p:spPr>
          <a:xfrm>
            <a:off x="4493148" y="4398264"/>
            <a:ext cx="31995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50"/>
          <p:cNvSpPr txBox="1">
            <a:spLocks noGrp="1"/>
          </p:cNvSpPr>
          <p:nvPr>
            <p:ph type="body" idx="5"/>
          </p:nvPr>
        </p:nvSpPr>
        <p:spPr>
          <a:xfrm>
            <a:off x="4494675" y="3813048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17" name="Google Shape;317;p50"/>
          <p:cNvCxnSpPr/>
          <p:nvPr/>
        </p:nvCxnSpPr>
        <p:spPr>
          <a:xfrm>
            <a:off x="7973855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cxnSp>
        <p:nvCxnSpPr>
          <p:cNvPr id="318" name="Google Shape;318;p50"/>
          <p:cNvCxnSpPr/>
          <p:nvPr/>
        </p:nvCxnSpPr>
        <p:spPr>
          <a:xfrm>
            <a:off x="4212040" y="1892033"/>
            <a:ext cx="0" cy="4425900"/>
          </a:xfrm>
          <a:prstGeom prst="straightConnector1">
            <a:avLst/>
          </a:prstGeom>
          <a:noFill/>
          <a:ln w="9525" cap="flat" cmpd="sng">
            <a:solidFill>
              <a:srgbClr val="EF6450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19" name="Google Shape;319;p50"/>
          <p:cNvSpPr txBox="1">
            <a:spLocks noGrp="1"/>
          </p:cNvSpPr>
          <p:nvPr>
            <p:ph type="body" idx="6"/>
          </p:nvPr>
        </p:nvSpPr>
        <p:spPr>
          <a:xfrm>
            <a:off x="8254963" y="3813048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50"/>
          <p:cNvSpPr txBox="1">
            <a:spLocks noGrp="1"/>
          </p:cNvSpPr>
          <p:nvPr>
            <p:ph type="body" idx="7"/>
          </p:nvPr>
        </p:nvSpPr>
        <p:spPr>
          <a:xfrm>
            <a:off x="8254963" y="4398264"/>
            <a:ext cx="31995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Alt - Light">
  <p:cSld name="Three Column Alt - Light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/>
          <p:nvPr/>
        </p:nvSpPr>
        <p:spPr>
          <a:xfrm>
            <a:off x="4292030" y="1899963"/>
            <a:ext cx="3601800" cy="434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p51"/>
          <p:cNvSpPr/>
          <p:nvPr/>
        </p:nvSpPr>
        <p:spPr>
          <a:xfrm>
            <a:off x="8056900" y="1899962"/>
            <a:ext cx="3601800" cy="434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p51"/>
          <p:cNvSpPr/>
          <p:nvPr/>
        </p:nvSpPr>
        <p:spPr>
          <a:xfrm>
            <a:off x="530215" y="1903276"/>
            <a:ext cx="3601800" cy="434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5" name="Google Shape;325;p51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51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51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51"/>
          <p:cNvSpPr txBox="1">
            <a:spLocks noGrp="1"/>
          </p:cNvSpPr>
          <p:nvPr>
            <p:ph type="subTitle" idx="2"/>
          </p:nvPr>
        </p:nvSpPr>
        <p:spPr>
          <a:xfrm>
            <a:off x="731335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6pPr>
            <a:lvl7pPr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7pPr>
            <a:lvl8pPr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8pPr>
            <a:lvl9pPr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51"/>
          <p:cNvSpPr txBox="1">
            <a:spLocks noGrp="1"/>
          </p:cNvSpPr>
          <p:nvPr>
            <p:ph type="body" idx="3"/>
          </p:nvPr>
        </p:nvSpPr>
        <p:spPr>
          <a:xfrm>
            <a:off x="731333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51"/>
          <p:cNvSpPr txBox="1">
            <a:spLocks noGrp="1"/>
          </p:cNvSpPr>
          <p:nvPr>
            <p:ph type="body" idx="4"/>
          </p:nvPr>
        </p:nvSpPr>
        <p:spPr>
          <a:xfrm>
            <a:off x="4493148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51"/>
          <p:cNvSpPr txBox="1">
            <a:spLocks noGrp="1"/>
          </p:cNvSpPr>
          <p:nvPr>
            <p:ph type="body" idx="5"/>
          </p:nvPr>
        </p:nvSpPr>
        <p:spPr>
          <a:xfrm>
            <a:off x="4494675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51"/>
          <p:cNvSpPr txBox="1">
            <a:spLocks noGrp="1"/>
          </p:cNvSpPr>
          <p:nvPr>
            <p:ph type="body" idx="6"/>
          </p:nvPr>
        </p:nvSpPr>
        <p:spPr>
          <a:xfrm>
            <a:off x="8254963" y="2089601"/>
            <a:ext cx="3199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51"/>
          <p:cNvSpPr txBox="1">
            <a:spLocks noGrp="1"/>
          </p:cNvSpPr>
          <p:nvPr>
            <p:ph type="body" idx="7"/>
          </p:nvPr>
        </p:nvSpPr>
        <p:spPr>
          <a:xfrm>
            <a:off x="8254963" y="2706354"/>
            <a:ext cx="3199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Callout - Light">
  <p:cSld name="Right Callout - Ligh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52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52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52"/>
          <p:cNvSpPr/>
          <p:nvPr/>
        </p:nvSpPr>
        <p:spPr>
          <a:xfrm>
            <a:off x="6022718" y="1825633"/>
            <a:ext cx="56097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52"/>
          <p:cNvSpPr txBox="1">
            <a:spLocks noGrp="1"/>
          </p:cNvSpPr>
          <p:nvPr>
            <p:ph type="body" idx="2"/>
          </p:nvPr>
        </p:nvSpPr>
        <p:spPr>
          <a:xfrm>
            <a:off x="731335" y="1993392"/>
            <a:ext cx="45018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52"/>
          <p:cNvSpPr txBox="1">
            <a:spLocks noGrp="1"/>
          </p:cNvSpPr>
          <p:nvPr>
            <p:ph type="body" idx="3"/>
          </p:nvPr>
        </p:nvSpPr>
        <p:spPr>
          <a:xfrm>
            <a:off x="6187907" y="1993392"/>
            <a:ext cx="52668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Callout - Light">
  <p:cSld name="Left Callout - Light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53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3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53"/>
          <p:cNvSpPr/>
          <p:nvPr/>
        </p:nvSpPr>
        <p:spPr>
          <a:xfrm>
            <a:off x="566146" y="1825633"/>
            <a:ext cx="56097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53"/>
          <p:cNvSpPr txBox="1">
            <a:spLocks noGrp="1"/>
          </p:cNvSpPr>
          <p:nvPr>
            <p:ph type="body" idx="2"/>
          </p:nvPr>
        </p:nvSpPr>
        <p:spPr>
          <a:xfrm>
            <a:off x="731335" y="1993392"/>
            <a:ext cx="52668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53"/>
          <p:cNvSpPr txBox="1">
            <a:spLocks noGrp="1"/>
          </p:cNvSpPr>
          <p:nvPr>
            <p:ph type="body" idx="3"/>
          </p:nvPr>
        </p:nvSpPr>
        <p:spPr>
          <a:xfrm>
            <a:off x="6952598" y="1993392"/>
            <a:ext cx="45018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Alt - Light">
  <p:cSld name="Subtitle Alt - Light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"/>
          <p:cNvSpPr/>
          <p:nvPr/>
        </p:nvSpPr>
        <p:spPr>
          <a:xfrm>
            <a:off x="566146" y="1825633"/>
            <a:ext cx="11066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0" name="Google Shape;350;p54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4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54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54"/>
          <p:cNvSpPr txBox="1">
            <a:spLocks noGrp="1"/>
          </p:cNvSpPr>
          <p:nvPr>
            <p:ph type="body" idx="2"/>
          </p:nvPr>
        </p:nvSpPr>
        <p:spPr>
          <a:xfrm>
            <a:off x="731337" y="1993392"/>
            <a:ext cx="10723200" cy="4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pos="3839">
          <p15:clr>
            <a:srgbClr val="FBAE40"/>
          </p15:clr>
        </p15:guide>
        <p15:guide id="3" pos="3935">
          <p15:clr>
            <a:srgbClr val="FBAE40"/>
          </p15:clr>
        </p15:guide>
        <p15:guide id="4" pos="3743">
          <p15:clr>
            <a:srgbClr val="FBAE40"/>
          </p15:clr>
        </p15:guide>
        <p15:guide id="5" orient="horz" pos="115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 - Light">
  <p:cSld name="Four Box - Light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"/>
          <p:cNvSpPr/>
          <p:nvPr/>
        </p:nvSpPr>
        <p:spPr>
          <a:xfrm rot="5400000">
            <a:off x="2225411" y="169500"/>
            <a:ext cx="2057400" cy="537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6" name="Google Shape;356;p55"/>
          <p:cNvSpPr/>
          <p:nvPr/>
        </p:nvSpPr>
        <p:spPr>
          <a:xfrm rot="5400000">
            <a:off x="2225410" y="2531700"/>
            <a:ext cx="2057400" cy="537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7" name="Google Shape;357;p55"/>
          <p:cNvSpPr/>
          <p:nvPr/>
        </p:nvSpPr>
        <p:spPr>
          <a:xfrm rot="5400000">
            <a:off x="7906108" y="169500"/>
            <a:ext cx="2057400" cy="537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8" name="Google Shape;358;p55"/>
          <p:cNvSpPr/>
          <p:nvPr/>
        </p:nvSpPr>
        <p:spPr>
          <a:xfrm rot="5400000">
            <a:off x="7906107" y="2531700"/>
            <a:ext cx="2057400" cy="537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dist="952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9" name="Google Shape;359;p55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55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5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55"/>
          <p:cNvSpPr txBox="1">
            <a:spLocks noGrp="1"/>
          </p:cNvSpPr>
          <p:nvPr>
            <p:ph type="body" idx="2"/>
          </p:nvPr>
        </p:nvSpPr>
        <p:spPr>
          <a:xfrm>
            <a:off x="731337" y="1993392"/>
            <a:ext cx="5038500" cy="17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55"/>
          <p:cNvSpPr txBox="1">
            <a:spLocks noGrp="1"/>
          </p:cNvSpPr>
          <p:nvPr>
            <p:ph type="body" idx="3"/>
          </p:nvPr>
        </p:nvSpPr>
        <p:spPr>
          <a:xfrm>
            <a:off x="731337" y="4344525"/>
            <a:ext cx="5038500" cy="17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55"/>
          <p:cNvSpPr txBox="1">
            <a:spLocks noGrp="1"/>
          </p:cNvSpPr>
          <p:nvPr>
            <p:ph type="body" idx="4"/>
          </p:nvPr>
        </p:nvSpPr>
        <p:spPr>
          <a:xfrm>
            <a:off x="6415553" y="1987892"/>
            <a:ext cx="5038500" cy="17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55"/>
          <p:cNvSpPr txBox="1">
            <a:spLocks noGrp="1"/>
          </p:cNvSpPr>
          <p:nvPr>
            <p:ph type="body" idx="5"/>
          </p:nvPr>
        </p:nvSpPr>
        <p:spPr>
          <a:xfrm>
            <a:off x="6415553" y="4344525"/>
            <a:ext cx="5038500" cy="17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pos="3839">
          <p15:clr>
            <a:srgbClr val="FBAE40"/>
          </p15:clr>
        </p15:guide>
        <p15:guide id="3" pos="3935">
          <p15:clr>
            <a:srgbClr val="FBAE40"/>
          </p15:clr>
        </p15:guide>
        <p15:guide id="4" pos="3743">
          <p15:clr>
            <a:srgbClr val="FBAE40"/>
          </p15:clr>
        </p15:guide>
        <p15:guide id="5" orient="horz" pos="115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Light">
  <p:cSld name="Title Only - Ligh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6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56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 - Light">
  <p:cSld name="Title &amp; Subtitle Only - Light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57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57"/>
          <p:cNvSpPr txBox="1">
            <a:spLocks noGrp="1"/>
          </p:cNvSpPr>
          <p:nvPr>
            <p:ph type="body" idx="1"/>
          </p:nvPr>
        </p:nvSpPr>
        <p:spPr>
          <a:xfrm>
            <a:off x="731336" y="117957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1">
  <p:cSld name="Impact 1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8"/>
          <p:cNvSpPr txBox="1">
            <a:spLocks noGrp="1"/>
          </p:cNvSpPr>
          <p:nvPr>
            <p:ph type="title"/>
          </p:nvPr>
        </p:nvSpPr>
        <p:spPr>
          <a:xfrm>
            <a:off x="1672933" y="539496"/>
            <a:ext cx="8831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58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3">
  <p:cSld name="Impact 3">
    <p:bg>
      <p:bgPr>
        <a:solidFill>
          <a:schemeClr val="accent4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9"/>
          <p:cNvSpPr txBox="1">
            <a:spLocks noGrp="1"/>
          </p:cNvSpPr>
          <p:nvPr>
            <p:ph type="title"/>
          </p:nvPr>
        </p:nvSpPr>
        <p:spPr>
          <a:xfrm>
            <a:off x="1672933" y="539496"/>
            <a:ext cx="8831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ans Medium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59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4">
  <p:cSld name="Impact 4">
    <p:bg>
      <p:bgPr>
        <a:solidFill>
          <a:schemeClr val="dk2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0"/>
          <p:cNvSpPr txBox="1">
            <a:spLocks noGrp="1"/>
          </p:cNvSpPr>
          <p:nvPr>
            <p:ph type="title"/>
          </p:nvPr>
        </p:nvSpPr>
        <p:spPr>
          <a:xfrm>
            <a:off x="1672933" y="539496"/>
            <a:ext cx="8831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DM Sans Medium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60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- Light">
  <p:cSld name="Chapter - Light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>
            <a:spLocks noGrp="1"/>
          </p:cNvSpPr>
          <p:nvPr>
            <p:ph type="title"/>
          </p:nvPr>
        </p:nvSpPr>
        <p:spPr>
          <a:xfrm>
            <a:off x="749620" y="539496"/>
            <a:ext cx="88767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61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61"/>
          <p:cNvSpPr/>
          <p:nvPr/>
        </p:nvSpPr>
        <p:spPr>
          <a:xfrm>
            <a:off x="10202660" y="0"/>
            <a:ext cx="1988400" cy="198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6" name="Google Shape;386;p61"/>
          <p:cNvSpPr/>
          <p:nvPr/>
        </p:nvSpPr>
        <p:spPr>
          <a:xfrm rot="10800000">
            <a:off x="10202864" y="4258800"/>
            <a:ext cx="1988400" cy="19896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7" name="Google Shape;387;p61"/>
          <p:cNvSpPr/>
          <p:nvPr/>
        </p:nvSpPr>
        <p:spPr>
          <a:xfrm>
            <a:off x="11222650" y="3283200"/>
            <a:ext cx="975000" cy="9756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8" name="Google Shape;388;p61"/>
          <p:cNvSpPr/>
          <p:nvPr/>
        </p:nvSpPr>
        <p:spPr>
          <a:xfrm>
            <a:off x="8237777" y="975600"/>
            <a:ext cx="481200" cy="48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9" name="Google Shape;389;p61"/>
          <p:cNvSpPr/>
          <p:nvPr/>
        </p:nvSpPr>
        <p:spPr>
          <a:xfrm>
            <a:off x="8866662" y="5767200"/>
            <a:ext cx="481200" cy="48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0" name="Google Shape;390;p61"/>
          <p:cNvSpPr/>
          <p:nvPr/>
        </p:nvSpPr>
        <p:spPr>
          <a:xfrm>
            <a:off x="9966245" y="3046667"/>
            <a:ext cx="236400" cy="2364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Alt 1 - Light">
  <p:cSld name="Chapter Alt 1 - Light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2"/>
          <p:cNvSpPr txBox="1">
            <a:spLocks noGrp="1"/>
          </p:cNvSpPr>
          <p:nvPr>
            <p:ph type="title"/>
          </p:nvPr>
        </p:nvSpPr>
        <p:spPr>
          <a:xfrm>
            <a:off x="749620" y="539496"/>
            <a:ext cx="88767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62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62"/>
          <p:cNvSpPr/>
          <p:nvPr/>
        </p:nvSpPr>
        <p:spPr>
          <a:xfrm rot="10800000">
            <a:off x="10357450" y="1989767"/>
            <a:ext cx="865200" cy="8655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p62"/>
          <p:cNvSpPr/>
          <p:nvPr/>
        </p:nvSpPr>
        <p:spPr>
          <a:xfrm rot="10800000">
            <a:off x="10506250" y="1989600"/>
            <a:ext cx="716400" cy="7167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</a:pPr>
            <a:endParaRPr sz="1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62"/>
          <p:cNvSpPr/>
          <p:nvPr/>
        </p:nvSpPr>
        <p:spPr>
          <a:xfrm rot="10800000">
            <a:off x="10650217" y="1989633"/>
            <a:ext cx="571800" cy="572100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</a:pPr>
            <a:endParaRPr sz="1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97" name="Google Shape;397;p62"/>
          <p:cNvCxnSpPr>
            <a:stCxn id="396" idx="2"/>
          </p:cNvCxnSpPr>
          <p:nvPr/>
        </p:nvCxnSpPr>
        <p:spPr>
          <a:xfrm rot="10800000">
            <a:off x="10650217" y="1981383"/>
            <a:ext cx="0" cy="2943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8" name="Google Shape;398;p62"/>
          <p:cNvCxnSpPr>
            <a:stCxn id="394" idx="2"/>
          </p:cNvCxnSpPr>
          <p:nvPr/>
        </p:nvCxnSpPr>
        <p:spPr>
          <a:xfrm rot="10800000">
            <a:off x="10357450" y="1983617"/>
            <a:ext cx="0" cy="438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9" name="Google Shape;399;p62"/>
          <p:cNvCxnSpPr>
            <a:stCxn id="395" idx="2"/>
          </p:cNvCxnSpPr>
          <p:nvPr/>
        </p:nvCxnSpPr>
        <p:spPr>
          <a:xfrm rot="10800000">
            <a:off x="10506250" y="1983450"/>
            <a:ext cx="0" cy="3645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0" name="Google Shape;400;p62"/>
          <p:cNvCxnSpPr>
            <a:stCxn id="396" idx="0"/>
          </p:cNvCxnSpPr>
          <p:nvPr/>
        </p:nvCxnSpPr>
        <p:spPr>
          <a:xfrm>
            <a:off x="10936117" y="2561733"/>
            <a:ext cx="3258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1" name="Google Shape;401;p62"/>
          <p:cNvCxnSpPr>
            <a:stCxn id="395" idx="0"/>
          </p:cNvCxnSpPr>
          <p:nvPr/>
        </p:nvCxnSpPr>
        <p:spPr>
          <a:xfrm>
            <a:off x="10864450" y="2706300"/>
            <a:ext cx="475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" name="Google Shape;402;p62"/>
          <p:cNvCxnSpPr>
            <a:stCxn id="394" idx="0"/>
          </p:cNvCxnSpPr>
          <p:nvPr/>
        </p:nvCxnSpPr>
        <p:spPr>
          <a:xfrm>
            <a:off x="10790050" y="2855267"/>
            <a:ext cx="456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3" name="Google Shape;403;p62"/>
          <p:cNvSpPr/>
          <p:nvPr/>
        </p:nvSpPr>
        <p:spPr>
          <a:xfrm>
            <a:off x="10247538" y="0"/>
            <a:ext cx="975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4" name="Google Shape;404;p62"/>
          <p:cNvSpPr/>
          <p:nvPr/>
        </p:nvSpPr>
        <p:spPr>
          <a:xfrm>
            <a:off x="10202660" y="4258800"/>
            <a:ext cx="1988400" cy="1989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5" name="Google Shape;405;p62"/>
          <p:cNvSpPr/>
          <p:nvPr/>
        </p:nvSpPr>
        <p:spPr>
          <a:xfrm rot="-5400000">
            <a:off x="10202060" y="600"/>
            <a:ext cx="1989600" cy="19884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6" name="Google Shape;406;p62"/>
          <p:cNvSpPr/>
          <p:nvPr/>
        </p:nvSpPr>
        <p:spPr>
          <a:xfrm>
            <a:off x="11222650" y="1989733"/>
            <a:ext cx="975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62"/>
          <p:cNvSpPr/>
          <p:nvPr/>
        </p:nvSpPr>
        <p:spPr>
          <a:xfrm rot="-5400000">
            <a:off x="11213854" y="1989800"/>
            <a:ext cx="977700" cy="977100"/>
          </a:xfrm>
          <a:prstGeom prst="rtTriangle">
            <a:avLst/>
          </a:prstGeom>
          <a:solidFill>
            <a:srgbClr val="FF362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8" name="Google Shape;408;p62"/>
          <p:cNvSpPr/>
          <p:nvPr/>
        </p:nvSpPr>
        <p:spPr>
          <a:xfrm>
            <a:off x="9721700" y="5767200"/>
            <a:ext cx="481200" cy="4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9" name="Google Shape;409;p62"/>
          <p:cNvSpPr/>
          <p:nvPr/>
        </p:nvSpPr>
        <p:spPr>
          <a:xfrm>
            <a:off x="8866662" y="494400"/>
            <a:ext cx="481200" cy="48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0" name="Google Shape;410;p62"/>
          <p:cNvSpPr/>
          <p:nvPr/>
        </p:nvSpPr>
        <p:spPr>
          <a:xfrm>
            <a:off x="10197296" y="4258800"/>
            <a:ext cx="1988400" cy="19896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Alt 2 - Light">
  <p:cSld name="Chapter Alt 2 - Light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3"/>
          <p:cNvSpPr txBox="1">
            <a:spLocks noGrp="1"/>
          </p:cNvSpPr>
          <p:nvPr>
            <p:ph type="title"/>
          </p:nvPr>
        </p:nvSpPr>
        <p:spPr>
          <a:xfrm>
            <a:off x="749620" y="539496"/>
            <a:ext cx="88767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63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63"/>
          <p:cNvSpPr/>
          <p:nvPr/>
        </p:nvSpPr>
        <p:spPr>
          <a:xfrm>
            <a:off x="10217719" y="1989600"/>
            <a:ext cx="975000" cy="97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5" name="Google Shape;415;p63"/>
          <p:cNvSpPr/>
          <p:nvPr/>
        </p:nvSpPr>
        <p:spPr>
          <a:xfrm>
            <a:off x="11210789" y="2965200"/>
            <a:ext cx="980400" cy="19896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6" name="Google Shape;416;p63"/>
          <p:cNvSpPr/>
          <p:nvPr/>
        </p:nvSpPr>
        <p:spPr>
          <a:xfrm rot="10800000">
            <a:off x="10200183" y="2965200"/>
            <a:ext cx="1988400" cy="198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7" name="Google Shape;417;p63"/>
          <p:cNvSpPr/>
          <p:nvPr/>
        </p:nvSpPr>
        <p:spPr>
          <a:xfrm rot="-5400000">
            <a:off x="10202060" y="600"/>
            <a:ext cx="1989600" cy="1988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8" name="Google Shape;418;p63"/>
          <p:cNvSpPr/>
          <p:nvPr/>
        </p:nvSpPr>
        <p:spPr>
          <a:xfrm rot="-5400000">
            <a:off x="8285492" y="33"/>
            <a:ext cx="480300" cy="4803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</a:pPr>
            <a:r>
              <a:rPr lang="en" sz="1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endParaRPr sz="1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9" name="Google Shape;419;p63"/>
          <p:cNvSpPr/>
          <p:nvPr/>
        </p:nvSpPr>
        <p:spPr>
          <a:xfrm>
            <a:off x="11704941" y="5767200"/>
            <a:ext cx="481200" cy="4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0" name="Google Shape;420;p63"/>
          <p:cNvSpPr/>
          <p:nvPr/>
        </p:nvSpPr>
        <p:spPr>
          <a:xfrm>
            <a:off x="9721700" y="535633"/>
            <a:ext cx="481200" cy="48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1" name="Google Shape;421;p63"/>
          <p:cNvSpPr/>
          <p:nvPr/>
        </p:nvSpPr>
        <p:spPr>
          <a:xfrm rot="10800000">
            <a:off x="10200183" y="2965200"/>
            <a:ext cx="1988400" cy="1989600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2" name="Google Shape;422;p63"/>
          <p:cNvSpPr/>
          <p:nvPr/>
        </p:nvSpPr>
        <p:spPr>
          <a:xfrm rot="-5400000">
            <a:off x="10199378" y="2965800"/>
            <a:ext cx="1989600" cy="1988400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23" name="Google Shape;423;p63"/>
          <p:cNvCxnSpPr/>
          <p:nvPr/>
        </p:nvCxnSpPr>
        <p:spPr>
          <a:xfrm>
            <a:off x="11369243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4" name="Google Shape;424;p63"/>
          <p:cNvCxnSpPr/>
          <p:nvPr/>
        </p:nvCxnSpPr>
        <p:spPr>
          <a:xfrm>
            <a:off x="11535094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" name="Google Shape;425;p63"/>
          <p:cNvCxnSpPr/>
          <p:nvPr/>
        </p:nvCxnSpPr>
        <p:spPr>
          <a:xfrm>
            <a:off x="11700943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" name="Google Shape;426;p63"/>
          <p:cNvCxnSpPr/>
          <p:nvPr/>
        </p:nvCxnSpPr>
        <p:spPr>
          <a:xfrm>
            <a:off x="11866794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7" name="Google Shape;427;p63"/>
          <p:cNvCxnSpPr/>
          <p:nvPr/>
        </p:nvCxnSpPr>
        <p:spPr>
          <a:xfrm>
            <a:off x="12032644" y="1986300"/>
            <a:ext cx="0" cy="975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Light">
  <p:cSld name="Blank - Light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4"/>
          <p:cNvSpPr/>
          <p:nvPr/>
        </p:nvSpPr>
        <p:spPr>
          <a:xfrm>
            <a:off x="655819" y="6347791"/>
            <a:ext cx="10937100" cy="39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White">
  <p:cSld name="Blank - White"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5"/>
          <p:cNvSpPr/>
          <p:nvPr/>
        </p:nvSpPr>
        <p:spPr>
          <a:xfrm>
            <a:off x="655819" y="6347791"/>
            <a:ext cx="10937100" cy="39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ing - Light">
  <p:cSld name="Ending - Light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6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4" name="Google Shape;43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20455" y="2819733"/>
            <a:ext cx="6145024" cy="974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M Sans Medium"/>
              <a:buNone/>
              <a:defRPr sz="4000" b="0" i="0" u="none" strike="noStrike" cap="non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31337" y="1359407"/>
            <a:ext cx="10723200" cy="48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1164235" y="6469462"/>
            <a:ext cx="186722" cy="18667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title"/>
          </p:nvPr>
        </p:nvSpPr>
        <p:spPr>
          <a:xfrm>
            <a:off x="731335" y="539496"/>
            <a:ext cx="107232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sz="40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3" name="Google Shape;243;p39"/>
          <p:cNvSpPr txBox="1">
            <a:spLocks noGrp="1"/>
          </p:cNvSpPr>
          <p:nvPr>
            <p:ph type="body" idx="1"/>
          </p:nvPr>
        </p:nvSpPr>
        <p:spPr>
          <a:xfrm>
            <a:off x="731337" y="1359407"/>
            <a:ext cx="10723200" cy="48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44" name="Google Shape;244;p39"/>
          <p:cNvSpPr txBox="1">
            <a:spLocks noGrp="1"/>
          </p:cNvSpPr>
          <p:nvPr>
            <p:ph type="sldNum" idx="12"/>
          </p:nvPr>
        </p:nvSpPr>
        <p:spPr>
          <a:xfrm>
            <a:off x="10726936" y="64832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98C8E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5" name="Google Shape;245;p39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1164235" y="6469462"/>
            <a:ext cx="186722" cy="18667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27"/>
          <p:cNvSpPr txBox="1">
            <a:spLocks noGrp="1"/>
          </p:cNvSpPr>
          <p:nvPr>
            <p:ph type="ctrTitle"/>
          </p:nvPr>
        </p:nvSpPr>
        <p:spPr>
          <a:xfrm>
            <a:off x="761382" y="1376500"/>
            <a:ext cx="53331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lang="en"/>
              <a:t>Democratizing Data + AI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28"/>
          <p:cNvSpPr/>
          <p:nvPr/>
        </p:nvSpPr>
        <p:spPr>
          <a:xfrm>
            <a:off x="549346" y="443002"/>
            <a:ext cx="3601800" cy="1828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4000" b="1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10,</a:t>
            </a:r>
            <a:r>
              <a:rPr lang="en" sz="4000" b="1" i="0" u="none" strike="noStrike" cap="none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000+</a:t>
            </a:r>
            <a:r>
              <a:rPr lang="en" sz="2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" sz="2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2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global </a:t>
            </a:r>
            <a:r>
              <a:rPr lang="en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customers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28"/>
          <p:cNvSpPr/>
          <p:nvPr/>
        </p:nvSpPr>
        <p:spPr>
          <a:xfrm>
            <a:off x="549346" y="2419672"/>
            <a:ext cx="3601800" cy="1828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600" b="1" i="0" u="none" strike="noStrike" cap="none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$</a:t>
            </a:r>
            <a:r>
              <a:rPr lang="en" sz="3600" b="1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lang="en" sz="3600" b="1" i="0" u="none" strike="noStrike" cap="none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B+</a:t>
            </a:r>
            <a:r>
              <a:rPr lang="en" sz="2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" sz="2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 revenue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28"/>
          <p:cNvSpPr/>
          <p:nvPr/>
        </p:nvSpPr>
        <p:spPr>
          <a:xfrm>
            <a:off x="549346" y="4396342"/>
            <a:ext cx="3601800" cy="1828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600" b="1" i="0" u="none" strike="noStrike" cap="none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$</a:t>
            </a:r>
            <a:r>
              <a:rPr lang="en" sz="3600" b="1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20</a:t>
            </a:r>
            <a:r>
              <a:rPr lang="en" sz="3600" b="1" i="0" u="none" strike="noStrike" cap="none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B+</a:t>
            </a:r>
            <a:r>
              <a:rPr lang="en" sz="2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" sz="2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 investment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128"/>
          <p:cNvSpPr/>
          <p:nvPr/>
        </p:nvSpPr>
        <p:spPr>
          <a:xfrm>
            <a:off x="4293558" y="443002"/>
            <a:ext cx="3601800" cy="1828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Inventor of the </a:t>
            </a:r>
            <a:r>
              <a:rPr lang="en" sz="1800" b="1" i="0" u="none" strike="noStrike" cap="none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lakehouse</a:t>
            </a:r>
            <a:endParaRPr sz="1800" b="1" i="0" u="none" strike="noStrike" cap="none">
              <a:solidFill>
                <a:srgbClr val="00A97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&amp;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Pioneer of </a:t>
            </a:r>
            <a:r>
              <a:rPr lang="en" sz="1800" b="1" i="0" u="none" strike="noStrike" cap="none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generative AI </a:t>
            </a:r>
            <a:endParaRPr/>
          </a:p>
        </p:txBody>
      </p:sp>
      <p:sp>
        <p:nvSpPr>
          <p:cNvPr id="815" name="Google Shape;815;p128"/>
          <p:cNvSpPr/>
          <p:nvPr/>
        </p:nvSpPr>
        <p:spPr>
          <a:xfrm>
            <a:off x="8037770" y="443002"/>
            <a:ext cx="3601800" cy="5782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 b="0" i="0" u="none" strike="noStrike" cap="none">
              <a:solidFill>
                <a:srgbClr val="1A30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6" name="Google Shape;816;p128"/>
          <p:cNvSpPr/>
          <p:nvPr/>
        </p:nvSpPr>
        <p:spPr>
          <a:xfrm>
            <a:off x="4293558" y="4396342"/>
            <a:ext cx="3601800" cy="1828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28625" dist="95250" dir="5400000" algn="bl" rotWithShape="0">
              <a:srgbClr val="FFFFFF">
                <a:alpha val="11760"/>
              </a:srgbClr>
            </a:outerShdw>
          </a:effectLst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800" b="1" i="0" u="none" strike="noStrike" cap="none">
                <a:solidFill>
                  <a:srgbClr val="00A971"/>
                </a:solidFill>
                <a:latin typeface="DM Sans"/>
                <a:ea typeface="DM Sans"/>
                <a:cs typeface="DM Sans"/>
                <a:sym typeface="DM Sans"/>
              </a:rPr>
              <a:t>Gartner-recognized Leader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F9F7F3"/>
                </a:solidFill>
                <a:latin typeface="DM Sans"/>
                <a:ea typeface="DM Sans"/>
                <a:cs typeface="DM Sans"/>
                <a:sym typeface="DM Sans"/>
              </a:rPr>
              <a:t>Database Management Systems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F9F7F3"/>
                </a:solidFill>
                <a:latin typeface="DM Sans"/>
                <a:ea typeface="DM Sans"/>
                <a:cs typeface="DM Sans"/>
                <a:sym typeface="DM Sans"/>
              </a:rPr>
              <a:t>Data Science and Machine Learning Platforms</a:t>
            </a:r>
            <a:endParaRPr sz="1200" b="0" i="0" u="none" strike="noStrike" cap="none">
              <a:solidFill>
                <a:srgbClr val="F9F7F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F9F7F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800" b="1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Forrester Wave Leader</a:t>
            </a:r>
            <a:endParaRPr sz="1800" b="1">
              <a:solidFill>
                <a:schemeClr val="accen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Lakehouses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 Foundational Models for Language</a:t>
            </a:r>
            <a:endParaRPr sz="1800" b="1">
              <a:solidFill>
                <a:schemeClr val="accen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F9F7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17" name="Google Shape;817;p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1232" y="2461658"/>
            <a:ext cx="2286486" cy="1286147"/>
          </a:xfrm>
          <a:prstGeom prst="rect">
            <a:avLst/>
          </a:prstGeom>
          <a:noFill/>
          <a:ln>
            <a:noFill/>
          </a:ln>
          <a:effectLst>
            <a:outerShdw blurRad="457200" dist="114300" dir="5400000" algn="bl" rotWithShape="0">
              <a:srgbClr val="000000">
                <a:alpha val="13730"/>
              </a:srgbClr>
            </a:outerShdw>
          </a:effectLst>
        </p:spPr>
      </p:pic>
      <p:sp>
        <p:nvSpPr>
          <p:cNvPr id="818" name="Google Shape;818;p128"/>
          <p:cNvSpPr txBox="1"/>
          <p:nvPr/>
        </p:nvSpPr>
        <p:spPr>
          <a:xfrm>
            <a:off x="4636748" y="3848729"/>
            <a:ext cx="291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DM Sans"/>
              <a:buNone/>
            </a:pPr>
            <a:r>
              <a:rPr lang="en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data and AI company</a:t>
            </a:r>
            <a:endParaRPr/>
          </a:p>
        </p:txBody>
      </p:sp>
      <p:sp>
        <p:nvSpPr>
          <p:cNvPr id="819" name="Google Shape;819;p128"/>
          <p:cNvSpPr txBox="1"/>
          <p:nvPr/>
        </p:nvSpPr>
        <p:spPr>
          <a:xfrm>
            <a:off x="8695444" y="904080"/>
            <a:ext cx="219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7F3"/>
              </a:buClr>
              <a:buSzPts val="1800"/>
              <a:buFont typeface="DM Sans"/>
              <a:buNone/>
            </a:pPr>
            <a:r>
              <a:rPr lang="en" sz="1800" b="1" i="0" u="none" strike="noStrike" cap="none">
                <a:solidFill>
                  <a:srgbClr val="F9F7F3"/>
                </a:solidFill>
                <a:latin typeface="DM Sans"/>
                <a:ea typeface="DM Sans"/>
                <a:cs typeface="DM Sans"/>
                <a:sym typeface="DM Sans"/>
              </a:rPr>
              <a:t>Creator of</a:t>
            </a:r>
            <a:endParaRPr/>
          </a:p>
        </p:txBody>
      </p:sp>
      <p:pic>
        <p:nvPicPr>
          <p:cNvPr id="820" name="Google Shape;820;p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425" y="3636762"/>
            <a:ext cx="1527326" cy="79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2526" y="3136376"/>
            <a:ext cx="1621076" cy="5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1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69397" y="1368398"/>
            <a:ext cx="1111388" cy="8633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3" name="Google Shape;823;p128"/>
          <p:cNvGrpSpPr/>
          <p:nvPr/>
        </p:nvGrpSpPr>
        <p:grpSpPr>
          <a:xfrm>
            <a:off x="8269388" y="4631300"/>
            <a:ext cx="2641150" cy="652750"/>
            <a:chOff x="8491075" y="4631300"/>
            <a:chExt cx="2641150" cy="652750"/>
          </a:xfrm>
        </p:grpSpPr>
        <p:pic>
          <p:nvPicPr>
            <p:cNvPr id="824" name="Google Shape;824;p12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491075" y="4631300"/>
              <a:ext cx="652750" cy="652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128"/>
            <p:cNvSpPr txBox="1"/>
            <p:nvPr/>
          </p:nvSpPr>
          <p:spPr>
            <a:xfrm>
              <a:off x="9143825" y="4652700"/>
              <a:ext cx="1988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Mosaic MPT</a:t>
              </a:r>
              <a:endParaRPr sz="24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pic>
        <p:nvPicPr>
          <p:cNvPr id="826" name="Google Shape;826;p1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78075" y="2419682"/>
            <a:ext cx="2363686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1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52866" y="5775468"/>
            <a:ext cx="1451325" cy="280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oogle Shape;880;p131"/>
          <p:cNvGrpSpPr/>
          <p:nvPr/>
        </p:nvGrpSpPr>
        <p:grpSpPr>
          <a:xfrm>
            <a:off x="1085952" y="474541"/>
            <a:ext cx="2653523" cy="2651883"/>
            <a:chOff x="4130895" y="2042391"/>
            <a:chExt cx="5467800" cy="5467800"/>
          </a:xfrm>
        </p:grpSpPr>
        <p:sp>
          <p:nvSpPr>
            <p:cNvPr id="881" name="Google Shape;881;p131"/>
            <p:cNvSpPr/>
            <p:nvPr/>
          </p:nvSpPr>
          <p:spPr>
            <a:xfrm>
              <a:off x="4130895" y="2042391"/>
              <a:ext cx="5467800" cy="5467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54150" tIns="27075" rIns="54150" bIns="270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DM Sans"/>
                <a:buNone/>
              </a:pPr>
              <a:endParaRPr sz="700" b="0" i="0" u="none" strike="noStrike" cap="none">
                <a:solidFill>
                  <a:srgbClr val="F9F7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31"/>
            <p:cNvSpPr txBox="1"/>
            <p:nvPr/>
          </p:nvSpPr>
          <p:spPr>
            <a:xfrm>
              <a:off x="4495148" y="2736156"/>
              <a:ext cx="4690200" cy="63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F46"/>
                </a:buClr>
                <a:buSzPts val="4800"/>
                <a:buFont typeface="DM Sans Medium"/>
                <a:buNone/>
              </a:pP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Data Lake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31"/>
            <p:cNvSpPr/>
            <p:nvPr/>
          </p:nvSpPr>
          <p:spPr>
            <a:xfrm>
              <a:off x="5900495" y="4191000"/>
              <a:ext cx="1928732" cy="1913974"/>
            </a:xfrm>
            <a:custGeom>
              <a:avLst/>
              <a:gdLst/>
              <a:ahLst/>
              <a:cxnLst/>
              <a:rect l="l" t="t" r="r" b="b"/>
              <a:pathLst>
                <a:path w="383" h="380" extrusionOk="0">
                  <a:moveTo>
                    <a:pt x="3" y="6"/>
                  </a:moveTo>
                  <a:cubicBezTo>
                    <a:pt x="11" y="2"/>
                    <a:pt x="20" y="0"/>
                    <a:pt x="29" y="0"/>
                  </a:cubicBezTo>
                  <a:cubicBezTo>
                    <a:pt x="38" y="0"/>
                    <a:pt x="47" y="2"/>
                    <a:pt x="55" y="6"/>
                  </a:cubicBezTo>
                  <a:cubicBezTo>
                    <a:pt x="63" y="9"/>
                    <a:pt x="70" y="15"/>
                    <a:pt x="76" y="21"/>
                  </a:cubicBezTo>
                  <a:cubicBezTo>
                    <a:pt x="80" y="25"/>
                    <a:pt x="84" y="28"/>
                    <a:pt x="89" y="31"/>
                  </a:cubicBezTo>
                  <a:cubicBezTo>
                    <a:pt x="94" y="33"/>
                    <a:pt x="99" y="34"/>
                    <a:pt x="105" y="34"/>
                  </a:cubicBezTo>
                  <a:cubicBezTo>
                    <a:pt x="110" y="34"/>
                    <a:pt x="115" y="33"/>
                    <a:pt x="120" y="31"/>
                  </a:cubicBezTo>
                  <a:cubicBezTo>
                    <a:pt x="125" y="28"/>
                    <a:pt x="129" y="25"/>
                    <a:pt x="133" y="21"/>
                  </a:cubicBezTo>
                  <a:cubicBezTo>
                    <a:pt x="139" y="15"/>
                    <a:pt x="146" y="9"/>
                    <a:pt x="154" y="6"/>
                  </a:cubicBezTo>
                  <a:cubicBezTo>
                    <a:pt x="163" y="2"/>
                    <a:pt x="172" y="0"/>
                    <a:pt x="181" y="0"/>
                  </a:cubicBezTo>
                  <a:cubicBezTo>
                    <a:pt x="190" y="0"/>
                    <a:pt x="198" y="2"/>
                    <a:pt x="207" y="6"/>
                  </a:cubicBezTo>
                  <a:cubicBezTo>
                    <a:pt x="215" y="9"/>
                    <a:pt x="222" y="15"/>
                    <a:pt x="228" y="21"/>
                  </a:cubicBezTo>
                  <a:cubicBezTo>
                    <a:pt x="232" y="25"/>
                    <a:pt x="236" y="28"/>
                    <a:pt x="241" y="31"/>
                  </a:cubicBezTo>
                  <a:cubicBezTo>
                    <a:pt x="246" y="33"/>
                    <a:pt x="251" y="34"/>
                    <a:pt x="257" y="34"/>
                  </a:cubicBezTo>
                  <a:cubicBezTo>
                    <a:pt x="262" y="34"/>
                    <a:pt x="267" y="33"/>
                    <a:pt x="272" y="31"/>
                  </a:cubicBezTo>
                  <a:cubicBezTo>
                    <a:pt x="277" y="28"/>
                    <a:pt x="281" y="25"/>
                    <a:pt x="285" y="21"/>
                  </a:cubicBezTo>
                  <a:cubicBezTo>
                    <a:pt x="291" y="15"/>
                    <a:pt x="298" y="9"/>
                    <a:pt x="306" y="6"/>
                  </a:cubicBezTo>
                  <a:cubicBezTo>
                    <a:pt x="315" y="2"/>
                    <a:pt x="324" y="0"/>
                    <a:pt x="333" y="0"/>
                  </a:cubicBezTo>
                  <a:cubicBezTo>
                    <a:pt x="342" y="0"/>
                    <a:pt x="350" y="2"/>
                    <a:pt x="359" y="6"/>
                  </a:cubicBezTo>
                  <a:cubicBezTo>
                    <a:pt x="367" y="9"/>
                    <a:pt x="374" y="15"/>
                    <a:pt x="380" y="21"/>
                  </a:cubicBezTo>
                  <a:cubicBezTo>
                    <a:pt x="383" y="25"/>
                    <a:pt x="383" y="25"/>
                    <a:pt x="383" y="25"/>
                  </a:cubicBezTo>
                  <a:cubicBezTo>
                    <a:pt x="383" y="82"/>
                    <a:pt x="383" y="82"/>
                    <a:pt x="383" y="82"/>
                  </a:cubicBezTo>
                  <a:cubicBezTo>
                    <a:pt x="361" y="90"/>
                    <a:pt x="361" y="90"/>
                    <a:pt x="361" y="90"/>
                  </a:cubicBezTo>
                  <a:cubicBezTo>
                    <a:pt x="357" y="86"/>
                    <a:pt x="353" y="83"/>
                    <a:pt x="348" y="81"/>
                  </a:cubicBezTo>
                  <a:cubicBezTo>
                    <a:pt x="343" y="79"/>
                    <a:pt x="338" y="77"/>
                    <a:pt x="333" y="77"/>
                  </a:cubicBezTo>
                  <a:cubicBezTo>
                    <a:pt x="327" y="77"/>
                    <a:pt x="322" y="79"/>
                    <a:pt x="317" y="81"/>
                  </a:cubicBezTo>
                  <a:cubicBezTo>
                    <a:pt x="312" y="83"/>
                    <a:pt x="308" y="86"/>
                    <a:pt x="304" y="90"/>
                  </a:cubicBezTo>
                  <a:cubicBezTo>
                    <a:pt x="298" y="97"/>
                    <a:pt x="291" y="102"/>
                    <a:pt x="283" y="106"/>
                  </a:cubicBezTo>
                  <a:cubicBezTo>
                    <a:pt x="275" y="109"/>
                    <a:pt x="266" y="111"/>
                    <a:pt x="257" y="111"/>
                  </a:cubicBezTo>
                  <a:cubicBezTo>
                    <a:pt x="248" y="111"/>
                    <a:pt x="239" y="109"/>
                    <a:pt x="231" y="106"/>
                  </a:cubicBezTo>
                  <a:cubicBezTo>
                    <a:pt x="222" y="102"/>
                    <a:pt x="215" y="97"/>
                    <a:pt x="209" y="90"/>
                  </a:cubicBezTo>
                  <a:cubicBezTo>
                    <a:pt x="206" y="86"/>
                    <a:pt x="201" y="83"/>
                    <a:pt x="196" y="81"/>
                  </a:cubicBezTo>
                  <a:cubicBezTo>
                    <a:pt x="191" y="79"/>
                    <a:pt x="186" y="77"/>
                    <a:pt x="181" y="77"/>
                  </a:cubicBezTo>
                  <a:cubicBezTo>
                    <a:pt x="175" y="77"/>
                    <a:pt x="170" y="79"/>
                    <a:pt x="165" y="81"/>
                  </a:cubicBezTo>
                  <a:cubicBezTo>
                    <a:pt x="160" y="83"/>
                    <a:pt x="156" y="86"/>
                    <a:pt x="152" y="90"/>
                  </a:cubicBezTo>
                  <a:cubicBezTo>
                    <a:pt x="147" y="97"/>
                    <a:pt x="139" y="102"/>
                    <a:pt x="131" y="106"/>
                  </a:cubicBezTo>
                  <a:cubicBezTo>
                    <a:pt x="123" y="109"/>
                    <a:pt x="114" y="111"/>
                    <a:pt x="105" y="111"/>
                  </a:cubicBezTo>
                  <a:cubicBezTo>
                    <a:pt x="96" y="111"/>
                    <a:pt x="87" y="109"/>
                    <a:pt x="79" y="106"/>
                  </a:cubicBezTo>
                  <a:cubicBezTo>
                    <a:pt x="71" y="102"/>
                    <a:pt x="63" y="97"/>
                    <a:pt x="57" y="90"/>
                  </a:cubicBezTo>
                  <a:cubicBezTo>
                    <a:pt x="50" y="82"/>
                    <a:pt x="41" y="78"/>
                    <a:pt x="31" y="77"/>
                  </a:cubicBezTo>
                  <a:cubicBezTo>
                    <a:pt x="21" y="77"/>
                    <a:pt x="11" y="80"/>
                    <a:pt x="3" y="87"/>
                  </a:cubicBezTo>
                  <a:cubicBezTo>
                    <a:pt x="3" y="142"/>
                    <a:pt x="3" y="142"/>
                    <a:pt x="3" y="142"/>
                  </a:cubicBezTo>
                  <a:cubicBezTo>
                    <a:pt x="11" y="138"/>
                    <a:pt x="20" y="136"/>
                    <a:pt x="29" y="136"/>
                  </a:cubicBezTo>
                  <a:cubicBezTo>
                    <a:pt x="38" y="136"/>
                    <a:pt x="47" y="138"/>
                    <a:pt x="55" y="142"/>
                  </a:cubicBezTo>
                  <a:cubicBezTo>
                    <a:pt x="63" y="145"/>
                    <a:pt x="70" y="151"/>
                    <a:pt x="76" y="158"/>
                  </a:cubicBezTo>
                  <a:cubicBezTo>
                    <a:pt x="80" y="162"/>
                    <a:pt x="84" y="165"/>
                    <a:pt x="89" y="167"/>
                  </a:cubicBezTo>
                  <a:cubicBezTo>
                    <a:pt x="94" y="169"/>
                    <a:pt x="99" y="170"/>
                    <a:pt x="105" y="170"/>
                  </a:cubicBezTo>
                  <a:cubicBezTo>
                    <a:pt x="110" y="170"/>
                    <a:pt x="115" y="169"/>
                    <a:pt x="120" y="167"/>
                  </a:cubicBezTo>
                  <a:cubicBezTo>
                    <a:pt x="125" y="165"/>
                    <a:pt x="129" y="162"/>
                    <a:pt x="133" y="158"/>
                  </a:cubicBezTo>
                  <a:cubicBezTo>
                    <a:pt x="139" y="151"/>
                    <a:pt x="146" y="146"/>
                    <a:pt x="154" y="142"/>
                  </a:cubicBezTo>
                  <a:cubicBezTo>
                    <a:pt x="163" y="138"/>
                    <a:pt x="172" y="136"/>
                    <a:pt x="181" y="136"/>
                  </a:cubicBezTo>
                  <a:cubicBezTo>
                    <a:pt x="190" y="136"/>
                    <a:pt x="199" y="138"/>
                    <a:pt x="207" y="142"/>
                  </a:cubicBezTo>
                  <a:cubicBezTo>
                    <a:pt x="215" y="146"/>
                    <a:pt x="222" y="151"/>
                    <a:pt x="228" y="158"/>
                  </a:cubicBezTo>
                  <a:cubicBezTo>
                    <a:pt x="232" y="162"/>
                    <a:pt x="236" y="165"/>
                    <a:pt x="241" y="167"/>
                  </a:cubicBezTo>
                  <a:cubicBezTo>
                    <a:pt x="246" y="169"/>
                    <a:pt x="251" y="170"/>
                    <a:pt x="257" y="170"/>
                  </a:cubicBezTo>
                  <a:cubicBezTo>
                    <a:pt x="262" y="170"/>
                    <a:pt x="267" y="169"/>
                    <a:pt x="272" y="167"/>
                  </a:cubicBezTo>
                  <a:cubicBezTo>
                    <a:pt x="277" y="165"/>
                    <a:pt x="281" y="162"/>
                    <a:pt x="285" y="158"/>
                  </a:cubicBezTo>
                  <a:cubicBezTo>
                    <a:pt x="291" y="151"/>
                    <a:pt x="298" y="146"/>
                    <a:pt x="306" y="142"/>
                  </a:cubicBezTo>
                  <a:cubicBezTo>
                    <a:pt x="315" y="138"/>
                    <a:pt x="323" y="136"/>
                    <a:pt x="333" y="136"/>
                  </a:cubicBezTo>
                  <a:cubicBezTo>
                    <a:pt x="342" y="136"/>
                    <a:pt x="350" y="138"/>
                    <a:pt x="359" y="142"/>
                  </a:cubicBezTo>
                  <a:cubicBezTo>
                    <a:pt x="367" y="146"/>
                    <a:pt x="374" y="151"/>
                    <a:pt x="380" y="158"/>
                  </a:cubicBezTo>
                  <a:cubicBezTo>
                    <a:pt x="383" y="161"/>
                    <a:pt x="383" y="161"/>
                    <a:pt x="383" y="161"/>
                  </a:cubicBezTo>
                  <a:cubicBezTo>
                    <a:pt x="383" y="218"/>
                    <a:pt x="383" y="218"/>
                    <a:pt x="383" y="218"/>
                  </a:cubicBezTo>
                  <a:cubicBezTo>
                    <a:pt x="361" y="226"/>
                    <a:pt x="361" y="226"/>
                    <a:pt x="361" y="226"/>
                  </a:cubicBezTo>
                  <a:cubicBezTo>
                    <a:pt x="357" y="222"/>
                    <a:pt x="353" y="219"/>
                    <a:pt x="348" y="217"/>
                  </a:cubicBezTo>
                  <a:cubicBezTo>
                    <a:pt x="343" y="215"/>
                    <a:pt x="338" y="214"/>
                    <a:pt x="333" y="214"/>
                  </a:cubicBezTo>
                  <a:cubicBezTo>
                    <a:pt x="327" y="214"/>
                    <a:pt x="322" y="215"/>
                    <a:pt x="317" y="217"/>
                  </a:cubicBezTo>
                  <a:cubicBezTo>
                    <a:pt x="312" y="219"/>
                    <a:pt x="308" y="222"/>
                    <a:pt x="304" y="226"/>
                  </a:cubicBezTo>
                  <a:cubicBezTo>
                    <a:pt x="298" y="233"/>
                    <a:pt x="291" y="238"/>
                    <a:pt x="283" y="242"/>
                  </a:cubicBezTo>
                  <a:cubicBezTo>
                    <a:pt x="275" y="246"/>
                    <a:pt x="266" y="248"/>
                    <a:pt x="257" y="248"/>
                  </a:cubicBezTo>
                  <a:cubicBezTo>
                    <a:pt x="248" y="248"/>
                    <a:pt x="239" y="246"/>
                    <a:pt x="231" y="242"/>
                  </a:cubicBezTo>
                  <a:cubicBezTo>
                    <a:pt x="222" y="238"/>
                    <a:pt x="215" y="233"/>
                    <a:pt x="209" y="226"/>
                  </a:cubicBezTo>
                  <a:cubicBezTo>
                    <a:pt x="206" y="222"/>
                    <a:pt x="201" y="219"/>
                    <a:pt x="196" y="217"/>
                  </a:cubicBezTo>
                  <a:cubicBezTo>
                    <a:pt x="191" y="215"/>
                    <a:pt x="186" y="214"/>
                    <a:pt x="181" y="214"/>
                  </a:cubicBezTo>
                  <a:cubicBezTo>
                    <a:pt x="175" y="214"/>
                    <a:pt x="170" y="215"/>
                    <a:pt x="165" y="217"/>
                  </a:cubicBezTo>
                  <a:cubicBezTo>
                    <a:pt x="160" y="219"/>
                    <a:pt x="156" y="222"/>
                    <a:pt x="152" y="226"/>
                  </a:cubicBezTo>
                  <a:cubicBezTo>
                    <a:pt x="147" y="233"/>
                    <a:pt x="139" y="238"/>
                    <a:pt x="131" y="242"/>
                  </a:cubicBezTo>
                  <a:cubicBezTo>
                    <a:pt x="123" y="246"/>
                    <a:pt x="114" y="248"/>
                    <a:pt x="105" y="248"/>
                  </a:cubicBezTo>
                  <a:cubicBezTo>
                    <a:pt x="96" y="248"/>
                    <a:pt x="87" y="246"/>
                    <a:pt x="79" y="242"/>
                  </a:cubicBezTo>
                  <a:cubicBezTo>
                    <a:pt x="71" y="238"/>
                    <a:pt x="63" y="233"/>
                    <a:pt x="57" y="226"/>
                  </a:cubicBezTo>
                  <a:cubicBezTo>
                    <a:pt x="54" y="222"/>
                    <a:pt x="49" y="219"/>
                    <a:pt x="44" y="217"/>
                  </a:cubicBezTo>
                  <a:cubicBezTo>
                    <a:pt x="39" y="214"/>
                    <a:pt x="34" y="213"/>
                    <a:pt x="29" y="213"/>
                  </a:cubicBezTo>
                  <a:cubicBezTo>
                    <a:pt x="19" y="213"/>
                    <a:pt x="10" y="217"/>
                    <a:pt x="3" y="223"/>
                  </a:cubicBezTo>
                  <a:cubicBezTo>
                    <a:pt x="3" y="278"/>
                    <a:pt x="3" y="278"/>
                    <a:pt x="3" y="278"/>
                  </a:cubicBezTo>
                  <a:cubicBezTo>
                    <a:pt x="11" y="274"/>
                    <a:pt x="20" y="273"/>
                    <a:pt x="29" y="273"/>
                  </a:cubicBezTo>
                  <a:cubicBezTo>
                    <a:pt x="38" y="273"/>
                    <a:pt x="47" y="274"/>
                    <a:pt x="55" y="278"/>
                  </a:cubicBezTo>
                  <a:cubicBezTo>
                    <a:pt x="63" y="282"/>
                    <a:pt x="70" y="287"/>
                    <a:pt x="76" y="294"/>
                  </a:cubicBezTo>
                  <a:cubicBezTo>
                    <a:pt x="80" y="298"/>
                    <a:pt x="84" y="301"/>
                    <a:pt x="89" y="303"/>
                  </a:cubicBezTo>
                  <a:cubicBezTo>
                    <a:pt x="94" y="305"/>
                    <a:pt x="99" y="307"/>
                    <a:pt x="105" y="307"/>
                  </a:cubicBezTo>
                  <a:cubicBezTo>
                    <a:pt x="110" y="307"/>
                    <a:pt x="115" y="305"/>
                    <a:pt x="120" y="303"/>
                  </a:cubicBezTo>
                  <a:cubicBezTo>
                    <a:pt x="125" y="301"/>
                    <a:pt x="129" y="298"/>
                    <a:pt x="133" y="294"/>
                  </a:cubicBezTo>
                  <a:cubicBezTo>
                    <a:pt x="139" y="287"/>
                    <a:pt x="146" y="282"/>
                    <a:pt x="154" y="278"/>
                  </a:cubicBezTo>
                  <a:cubicBezTo>
                    <a:pt x="163" y="275"/>
                    <a:pt x="172" y="273"/>
                    <a:pt x="181" y="273"/>
                  </a:cubicBezTo>
                  <a:cubicBezTo>
                    <a:pt x="190" y="273"/>
                    <a:pt x="198" y="275"/>
                    <a:pt x="207" y="278"/>
                  </a:cubicBezTo>
                  <a:cubicBezTo>
                    <a:pt x="215" y="282"/>
                    <a:pt x="222" y="287"/>
                    <a:pt x="228" y="294"/>
                  </a:cubicBezTo>
                  <a:cubicBezTo>
                    <a:pt x="232" y="298"/>
                    <a:pt x="236" y="301"/>
                    <a:pt x="241" y="303"/>
                  </a:cubicBezTo>
                  <a:cubicBezTo>
                    <a:pt x="246" y="306"/>
                    <a:pt x="251" y="307"/>
                    <a:pt x="257" y="307"/>
                  </a:cubicBezTo>
                  <a:cubicBezTo>
                    <a:pt x="262" y="307"/>
                    <a:pt x="267" y="306"/>
                    <a:pt x="272" y="303"/>
                  </a:cubicBezTo>
                  <a:cubicBezTo>
                    <a:pt x="277" y="301"/>
                    <a:pt x="281" y="298"/>
                    <a:pt x="285" y="294"/>
                  </a:cubicBezTo>
                  <a:cubicBezTo>
                    <a:pt x="291" y="287"/>
                    <a:pt x="298" y="282"/>
                    <a:pt x="306" y="278"/>
                  </a:cubicBezTo>
                  <a:cubicBezTo>
                    <a:pt x="315" y="275"/>
                    <a:pt x="323" y="273"/>
                    <a:pt x="333" y="273"/>
                  </a:cubicBezTo>
                  <a:cubicBezTo>
                    <a:pt x="342" y="273"/>
                    <a:pt x="350" y="275"/>
                    <a:pt x="359" y="278"/>
                  </a:cubicBezTo>
                  <a:cubicBezTo>
                    <a:pt x="367" y="282"/>
                    <a:pt x="374" y="287"/>
                    <a:pt x="380" y="294"/>
                  </a:cubicBezTo>
                  <a:cubicBezTo>
                    <a:pt x="383" y="298"/>
                    <a:pt x="383" y="298"/>
                    <a:pt x="383" y="298"/>
                  </a:cubicBezTo>
                  <a:cubicBezTo>
                    <a:pt x="383" y="350"/>
                    <a:pt x="383" y="350"/>
                    <a:pt x="383" y="350"/>
                  </a:cubicBezTo>
                  <a:cubicBezTo>
                    <a:pt x="361" y="358"/>
                    <a:pt x="361" y="358"/>
                    <a:pt x="361" y="358"/>
                  </a:cubicBezTo>
                  <a:cubicBezTo>
                    <a:pt x="357" y="355"/>
                    <a:pt x="353" y="351"/>
                    <a:pt x="348" y="349"/>
                  </a:cubicBezTo>
                  <a:cubicBezTo>
                    <a:pt x="343" y="347"/>
                    <a:pt x="338" y="346"/>
                    <a:pt x="333" y="346"/>
                  </a:cubicBezTo>
                  <a:cubicBezTo>
                    <a:pt x="327" y="346"/>
                    <a:pt x="322" y="347"/>
                    <a:pt x="317" y="349"/>
                  </a:cubicBezTo>
                  <a:cubicBezTo>
                    <a:pt x="312" y="351"/>
                    <a:pt x="308" y="355"/>
                    <a:pt x="304" y="358"/>
                  </a:cubicBezTo>
                  <a:cubicBezTo>
                    <a:pt x="298" y="365"/>
                    <a:pt x="291" y="371"/>
                    <a:pt x="283" y="374"/>
                  </a:cubicBezTo>
                  <a:cubicBezTo>
                    <a:pt x="275" y="378"/>
                    <a:pt x="266" y="380"/>
                    <a:pt x="257" y="380"/>
                  </a:cubicBezTo>
                  <a:cubicBezTo>
                    <a:pt x="256" y="380"/>
                    <a:pt x="256" y="380"/>
                    <a:pt x="256" y="380"/>
                  </a:cubicBezTo>
                  <a:cubicBezTo>
                    <a:pt x="247" y="380"/>
                    <a:pt x="238" y="378"/>
                    <a:pt x="230" y="374"/>
                  </a:cubicBezTo>
                  <a:cubicBezTo>
                    <a:pt x="222" y="371"/>
                    <a:pt x="215" y="365"/>
                    <a:pt x="209" y="359"/>
                  </a:cubicBezTo>
                  <a:cubicBezTo>
                    <a:pt x="205" y="355"/>
                    <a:pt x="201" y="352"/>
                    <a:pt x="196" y="349"/>
                  </a:cubicBezTo>
                  <a:cubicBezTo>
                    <a:pt x="191" y="347"/>
                    <a:pt x="186" y="346"/>
                    <a:pt x="180" y="346"/>
                  </a:cubicBezTo>
                  <a:cubicBezTo>
                    <a:pt x="175" y="346"/>
                    <a:pt x="170" y="347"/>
                    <a:pt x="165" y="349"/>
                  </a:cubicBezTo>
                  <a:cubicBezTo>
                    <a:pt x="160" y="352"/>
                    <a:pt x="156" y="355"/>
                    <a:pt x="152" y="359"/>
                  </a:cubicBezTo>
                  <a:cubicBezTo>
                    <a:pt x="146" y="365"/>
                    <a:pt x="139" y="371"/>
                    <a:pt x="131" y="374"/>
                  </a:cubicBezTo>
                  <a:cubicBezTo>
                    <a:pt x="122" y="378"/>
                    <a:pt x="113" y="380"/>
                    <a:pt x="104" y="380"/>
                  </a:cubicBezTo>
                  <a:cubicBezTo>
                    <a:pt x="95" y="380"/>
                    <a:pt x="86" y="378"/>
                    <a:pt x="78" y="374"/>
                  </a:cubicBezTo>
                  <a:cubicBezTo>
                    <a:pt x="70" y="371"/>
                    <a:pt x="63" y="365"/>
                    <a:pt x="57" y="359"/>
                  </a:cubicBezTo>
                  <a:cubicBezTo>
                    <a:pt x="53" y="355"/>
                    <a:pt x="49" y="352"/>
                    <a:pt x="44" y="349"/>
                  </a:cubicBezTo>
                  <a:cubicBezTo>
                    <a:pt x="39" y="347"/>
                    <a:pt x="34" y="346"/>
                    <a:pt x="28" y="346"/>
                  </a:cubicBezTo>
                  <a:cubicBezTo>
                    <a:pt x="23" y="346"/>
                    <a:pt x="18" y="347"/>
                    <a:pt x="13" y="349"/>
                  </a:cubicBezTo>
                  <a:cubicBezTo>
                    <a:pt x="8" y="352"/>
                    <a:pt x="4" y="355"/>
                    <a:pt x="0" y="359"/>
                  </a:cubicBezTo>
                </a:path>
              </a:pathLst>
            </a:custGeom>
            <a:noFill/>
            <a:ln w="22225" cap="flat" cmpd="sng">
              <a:solidFill>
                <a:srgbClr val="1B323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1725" tIns="15850" rIns="31725" bIns="15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"/>
                <a:buFont typeface="DM Sans"/>
                <a:buNone/>
              </a:pPr>
              <a:endParaRPr sz="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4" name="Google Shape;884;p131"/>
          <p:cNvGrpSpPr/>
          <p:nvPr/>
        </p:nvGrpSpPr>
        <p:grpSpPr>
          <a:xfrm>
            <a:off x="4604959" y="4119522"/>
            <a:ext cx="2196121" cy="2194742"/>
            <a:chOff x="9601468" y="3222243"/>
            <a:chExt cx="6895200" cy="6895200"/>
          </a:xfrm>
        </p:grpSpPr>
        <p:sp>
          <p:nvSpPr>
            <p:cNvPr id="885" name="Google Shape;885;p131"/>
            <p:cNvSpPr/>
            <p:nvPr/>
          </p:nvSpPr>
          <p:spPr>
            <a:xfrm>
              <a:off x="9601468" y="3222243"/>
              <a:ext cx="6895200" cy="6895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54150" tIns="27075" rIns="54150" bIns="270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DM Sans"/>
                <a:buNone/>
              </a:pPr>
              <a:endParaRPr sz="700" b="0" i="0" u="none" strike="noStrike" cap="none">
                <a:solidFill>
                  <a:srgbClr val="F9F7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6" name="Google Shape;886;p131" descr="Ic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675327" y="6425516"/>
              <a:ext cx="2747491" cy="2747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7" name="Google Shape;887;p131"/>
            <p:cNvSpPr txBox="1"/>
            <p:nvPr/>
          </p:nvSpPr>
          <p:spPr>
            <a:xfrm>
              <a:off x="10342849" y="4491166"/>
              <a:ext cx="5412300" cy="164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F46"/>
                </a:buClr>
                <a:buSzPts val="4800"/>
                <a:buFont typeface="DM Sans Medium"/>
                <a:buNone/>
              </a:pP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Orchestration </a:t>
              </a:r>
              <a:b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</a:b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&amp; ETL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" name="Google Shape;888;p131"/>
          <p:cNvGrpSpPr/>
          <p:nvPr/>
        </p:nvGrpSpPr>
        <p:grpSpPr>
          <a:xfrm>
            <a:off x="8630305" y="3574372"/>
            <a:ext cx="2468274" cy="2468884"/>
            <a:chOff x="21000220" y="839006"/>
            <a:chExt cx="6093000" cy="6093000"/>
          </a:xfrm>
        </p:grpSpPr>
        <p:sp>
          <p:nvSpPr>
            <p:cNvPr id="889" name="Google Shape;889;p131"/>
            <p:cNvSpPr/>
            <p:nvPr/>
          </p:nvSpPr>
          <p:spPr>
            <a:xfrm>
              <a:off x="21000220" y="839006"/>
              <a:ext cx="6093000" cy="6093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54150" tIns="27075" rIns="54150" bIns="270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DM Sans"/>
                <a:buNone/>
              </a:pPr>
              <a:endParaRPr sz="700" b="0" i="0" u="none" strike="noStrike" cap="none">
                <a:solidFill>
                  <a:srgbClr val="F9F7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0" name="Google Shape;890;p131" descr="A picture containing text, coil spring, clipar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656503" y="3258588"/>
              <a:ext cx="2780470" cy="2780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1" name="Google Shape;891;p131"/>
            <p:cNvSpPr txBox="1"/>
            <p:nvPr/>
          </p:nvSpPr>
          <p:spPr>
            <a:xfrm>
              <a:off x="22137838" y="1289201"/>
              <a:ext cx="3817800" cy="129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F46"/>
                </a:buClr>
                <a:buSzPts val="4800"/>
                <a:buFont typeface="DM Sans Medium"/>
                <a:buNone/>
              </a:pP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Data </a:t>
              </a:r>
              <a:b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</a:b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Warehouse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p131"/>
          <p:cNvGrpSpPr/>
          <p:nvPr/>
        </p:nvGrpSpPr>
        <p:grpSpPr>
          <a:xfrm>
            <a:off x="2260275" y="4056873"/>
            <a:ext cx="2007950" cy="2011623"/>
            <a:chOff x="15159799" y="375310"/>
            <a:chExt cx="6121800" cy="6121800"/>
          </a:xfrm>
        </p:grpSpPr>
        <p:sp>
          <p:nvSpPr>
            <p:cNvPr id="893" name="Google Shape;893;p131"/>
            <p:cNvSpPr/>
            <p:nvPr/>
          </p:nvSpPr>
          <p:spPr>
            <a:xfrm>
              <a:off x="15159799" y="375310"/>
              <a:ext cx="6121800" cy="6121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54150" tIns="27075" rIns="54150" bIns="270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DM Sans"/>
                <a:buNone/>
              </a:pPr>
              <a:endParaRPr sz="700" b="0" i="0" u="none" strike="noStrike" cap="none">
                <a:solidFill>
                  <a:srgbClr val="F9F7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4" name="Google Shape;894;p13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762109" y="2445709"/>
              <a:ext cx="2917273" cy="29230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131"/>
            <p:cNvSpPr txBox="1"/>
            <p:nvPr/>
          </p:nvSpPr>
          <p:spPr>
            <a:xfrm>
              <a:off x="16062549" y="1259461"/>
              <a:ext cx="4316400" cy="9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DM Sans Medium"/>
                <a:buNone/>
              </a:pP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Governance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6" name="Google Shape;896;p131"/>
          <p:cNvGrpSpPr/>
          <p:nvPr/>
        </p:nvGrpSpPr>
        <p:grpSpPr>
          <a:xfrm>
            <a:off x="3846207" y="646780"/>
            <a:ext cx="1828446" cy="1829082"/>
            <a:chOff x="17017176" y="4968091"/>
            <a:chExt cx="6357600" cy="6357600"/>
          </a:xfrm>
        </p:grpSpPr>
        <p:sp>
          <p:nvSpPr>
            <p:cNvPr id="897" name="Google Shape;897;p131"/>
            <p:cNvSpPr/>
            <p:nvPr/>
          </p:nvSpPr>
          <p:spPr>
            <a:xfrm>
              <a:off x="17017176" y="4968091"/>
              <a:ext cx="6357600" cy="635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54150" tIns="27075" rIns="54150" bIns="270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DM Sans"/>
                <a:buNone/>
              </a:pPr>
              <a:endParaRPr sz="700" b="0" i="0" u="none" strike="noStrike" cap="none">
                <a:solidFill>
                  <a:srgbClr val="F9F7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8" name="Google Shape;898;p13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758013" y="7673517"/>
              <a:ext cx="2875978" cy="28817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131"/>
            <p:cNvSpPr txBox="1"/>
            <p:nvPr/>
          </p:nvSpPr>
          <p:spPr>
            <a:xfrm>
              <a:off x="17921163" y="5986692"/>
              <a:ext cx="4549800" cy="181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F46"/>
                </a:buClr>
                <a:buSzPts val="4800"/>
                <a:buFont typeface="DM Sans Medium"/>
                <a:buNone/>
              </a:pP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Machine Learning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0" name="Google Shape;900;p131"/>
          <p:cNvGrpSpPr/>
          <p:nvPr/>
        </p:nvGrpSpPr>
        <p:grpSpPr>
          <a:xfrm>
            <a:off x="5991982" y="439157"/>
            <a:ext cx="2285575" cy="2286097"/>
            <a:chOff x="24416272" y="5744359"/>
            <a:chExt cx="5219400" cy="5219400"/>
          </a:xfrm>
        </p:grpSpPr>
        <p:sp>
          <p:nvSpPr>
            <p:cNvPr id="901" name="Google Shape;901;p131"/>
            <p:cNvSpPr/>
            <p:nvPr/>
          </p:nvSpPr>
          <p:spPr>
            <a:xfrm>
              <a:off x="24416272" y="5744359"/>
              <a:ext cx="5219400" cy="5219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54150" tIns="27075" rIns="54150" bIns="270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DM Sans"/>
                <a:buNone/>
              </a:pPr>
              <a:endParaRPr sz="700" b="0" i="0" u="none" strike="noStrike" cap="none">
                <a:solidFill>
                  <a:srgbClr val="F9F7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2" name="Google Shape;902;p13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5722935" y="7811322"/>
              <a:ext cx="2606149" cy="2606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3" name="Google Shape;903;p131"/>
            <p:cNvSpPr txBox="1"/>
            <p:nvPr/>
          </p:nvSpPr>
          <p:spPr>
            <a:xfrm>
              <a:off x="25154902" y="6892312"/>
              <a:ext cx="37422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F46"/>
                </a:buClr>
                <a:buSzPts val="4800"/>
                <a:buFont typeface="DM Sans Medium"/>
                <a:buNone/>
              </a:pP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Streaming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4" name="Google Shape;904;p131"/>
          <p:cNvGrpSpPr/>
          <p:nvPr/>
        </p:nvGrpSpPr>
        <p:grpSpPr>
          <a:xfrm>
            <a:off x="7067264" y="4139961"/>
            <a:ext cx="1645289" cy="1645794"/>
            <a:chOff x="26464846" y="1794075"/>
            <a:chExt cx="5046900" cy="5046900"/>
          </a:xfrm>
        </p:grpSpPr>
        <p:sp>
          <p:nvSpPr>
            <p:cNvPr id="905" name="Google Shape;905;p131"/>
            <p:cNvSpPr/>
            <p:nvPr/>
          </p:nvSpPr>
          <p:spPr>
            <a:xfrm>
              <a:off x="26464846" y="1794075"/>
              <a:ext cx="5046900" cy="5046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56025" tIns="77975" rIns="156025" bIns="779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89"/>
                <a:buFont typeface="DM Sans"/>
                <a:buNone/>
              </a:pPr>
              <a:endParaRPr sz="2000" b="0" i="0" u="none" strike="noStrike" cap="none">
                <a:solidFill>
                  <a:srgbClr val="F9F7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6" name="Google Shape;906;p13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7645376" y="3474718"/>
              <a:ext cx="2685713" cy="2685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131"/>
            <p:cNvSpPr txBox="1"/>
            <p:nvPr/>
          </p:nvSpPr>
          <p:spPr>
            <a:xfrm>
              <a:off x="27235112" y="2595699"/>
              <a:ext cx="35061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F46"/>
                </a:buClr>
                <a:buSzPts val="4800"/>
                <a:buFont typeface="DM Sans Medium"/>
                <a:buNone/>
              </a:pP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BI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131"/>
          <p:cNvGrpSpPr/>
          <p:nvPr/>
        </p:nvGrpSpPr>
        <p:grpSpPr>
          <a:xfrm>
            <a:off x="379801" y="2596719"/>
            <a:ext cx="1919991" cy="1919991"/>
            <a:chOff x="570250" y="3179132"/>
            <a:chExt cx="1811654" cy="1811654"/>
          </a:xfrm>
        </p:grpSpPr>
        <p:grpSp>
          <p:nvGrpSpPr>
            <p:cNvPr id="909" name="Google Shape;909;p131"/>
            <p:cNvGrpSpPr/>
            <p:nvPr/>
          </p:nvGrpSpPr>
          <p:grpSpPr>
            <a:xfrm>
              <a:off x="570250" y="3179132"/>
              <a:ext cx="1811654" cy="1811654"/>
              <a:chOff x="24416272" y="5744359"/>
              <a:chExt cx="5219400" cy="5219400"/>
            </a:xfrm>
          </p:grpSpPr>
          <p:sp>
            <p:nvSpPr>
              <p:cNvPr id="910" name="Google Shape;910;p131"/>
              <p:cNvSpPr/>
              <p:nvPr/>
            </p:nvSpPr>
            <p:spPr>
              <a:xfrm>
                <a:off x="24416272" y="5744359"/>
                <a:ext cx="5219400" cy="521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54150" tIns="27075" rIns="54150" bIns="270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DM Sans"/>
                  <a:buNone/>
                </a:pPr>
                <a:endParaRPr sz="700" b="0" i="0" u="none" strike="noStrike" cap="none">
                  <a:solidFill>
                    <a:srgbClr val="F9F7F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131"/>
              <p:cNvSpPr txBox="1"/>
              <p:nvPr/>
            </p:nvSpPr>
            <p:spPr>
              <a:xfrm>
                <a:off x="24891867" y="6892312"/>
                <a:ext cx="4401600" cy="83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5F46"/>
                  </a:buClr>
                  <a:buSzPts val="4800"/>
                  <a:buFont typeface="DM Sans Medium"/>
                  <a:buNone/>
                </a:pPr>
                <a:r>
                  <a:rPr lang="en" sz="1400" b="0" i="0" u="none" strike="noStrike" cap="none">
                    <a:solidFill>
                      <a:srgbClr val="1B3139"/>
                    </a:solidFill>
                    <a:latin typeface="DM Sans Medium"/>
                    <a:ea typeface="DM Sans Medium"/>
                    <a:cs typeface="DM Sans Medium"/>
                    <a:sym typeface="DM Sans Medium"/>
                  </a:rPr>
                  <a:t>Data Science</a:t>
                </a: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12" name="Google Shape;912;p13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088757" y="3932390"/>
              <a:ext cx="822948" cy="822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3" name="Google Shape;913;p131"/>
          <p:cNvGrpSpPr/>
          <p:nvPr/>
        </p:nvGrpSpPr>
        <p:grpSpPr>
          <a:xfrm>
            <a:off x="8466185" y="179364"/>
            <a:ext cx="2925132" cy="2925768"/>
            <a:chOff x="17017176" y="4968091"/>
            <a:chExt cx="6357600" cy="6357600"/>
          </a:xfrm>
        </p:grpSpPr>
        <p:sp>
          <p:nvSpPr>
            <p:cNvPr id="914" name="Google Shape;914;p131"/>
            <p:cNvSpPr/>
            <p:nvPr/>
          </p:nvSpPr>
          <p:spPr>
            <a:xfrm>
              <a:off x="17017176" y="4968091"/>
              <a:ext cx="6357600" cy="6357600"/>
            </a:xfrm>
            <a:prstGeom prst="ellipse">
              <a:avLst/>
            </a:prstGeom>
            <a:solidFill>
              <a:srgbClr val="CFC0A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54150" tIns="27075" rIns="54150" bIns="270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DM Sans"/>
                <a:buNone/>
              </a:pPr>
              <a:endParaRPr sz="700" b="0" i="0" u="none" strike="noStrike" cap="none">
                <a:solidFill>
                  <a:srgbClr val="F9F7F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15" name="Google Shape;915;p13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758013" y="7673517"/>
              <a:ext cx="2875978" cy="28817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131"/>
            <p:cNvSpPr txBox="1"/>
            <p:nvPr/>
          </p:nvSpPr>
          <p:spPr>
            <a:xfrm>
              <a:off x="17921164" y="5986690"/>
              <a:ext cx="4549800" cy="11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F46"/>
                </a:buClr>
                <a:buSzPts val="4800"/>
                <a:buFont typeface="DM Sans Medium"/>
                <a:buNone/>
              </a:pP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Generative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F46"/>
                </a:buClr>
                <a:buSzPts val="4800"/>
                <a:buFont typeface="DM Sans Medium"/>
                <a:buNone/>
              </a:pPr>
              <a:r>
                <a:rPr lang="en" sz="1400" b="0" i="0" u="none" strike="noStrike" cap="none">
                  <a:solidFill>
                    <a:srgbClr val="1B3139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AI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7" name="Google Shape;917;p131"/>
          <p:cNvSpPr/>
          <p:nvPr/>
        </p:nvSpPr>
        <p:spPr>
          <a:xfrm>
            <a:off x="2666345" y="0"/>
            <a:ext cx="6856200" cy="6858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None/>
            </a:pPr>
            <a:endParaRPr sz="1400" b="0" i="0" u="none" strike="noStrike" cap="none">
              <a:solidFill>
                <a:srgbClr val="F9F7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31"/>
          <p:cNvSpPr/>
          <p:nvPr/>
        </p:nvSpPr>
        <p:spPr>
          <a:xfrm>
            <a:off x="0" y="-39441"/>
            <a:ext cx="12189000" cy="6869100"/>
          </a:xfrm>
          <a:prstGeom prst="rect">
            <a:avLst/>
          </a:prstGeom>
          <a:solidFill>
            <a:schemeClr val="dk1">
              <a:alpha val="74900"/>
            </a:schemeClr>
          </a:solidFill>
          <a:ln w="12700" cap="flat" cmpd="sng">
            <a:solidFill>
              <a:srgbClr val="0A222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</a:pPr>
            <a:endParaRPr sz="1800" b="0" i="0" u="none" strike="noStrike" cap="none">
              <a:solidFill>
                <a:srgbClr val="F9F7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9" name="Google Shape;919;p131"/>
          <p:cNvSpPr/>
          <p:nvPr/>
        </p:nvSpPr>
        <p:spPr>
          <a:xfrm>
            <a:off x="1317470" y="2772398"/>
            <a:ext cx="3016500" cy="1284600"/>
          </a:xfrm>
          <a:prstGeom prst="roundRect">
            <a:avLst>
              <a:gd name="adj" fmla="val 16667"/>
            </a:avLst>
          </a:prstGeom>
          <a:solidFill>
            <a:srgbClr val="274954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M Sans"/>
              <a:buNone/>
            </a:pPr>
            <a:r>
              <a:rPr lang="en" sz="2000" b="0" i="0" u="none" strike="noStrike" cap="none">
                <a:solidFill>
                  <a:srgbClr val="FE6046"/>
                </a:solidFill>
                <a:latin typeface="DM Sans"/>
                <a:ea typeface="DM Sans"/>
                <a:cs typeface="DM Sans"/>
                <a:sym typeface="DM Sans"/>
              </a:rPr>
              <a:t>Data</a:t>
            </a:r>
            <a:r>
              <a:rPr lang="en" sz="2000">
                <a:solidFill>
                  <a:srgbClr val="FE6046"/>
                </a:solidFill>
                <a:latin typeface="DM Sans"/>
                <a:ea typeface="DM Sans"/>
                <a:cs typeface="DM Sans"/>
                <a:sym typeface="DM Sans"/>
              </a:rPr>
              <a:t> and</a:t>
            </a:r>
            <a:r>
              <a:rPr lang="en" sz="2000" b="0" i="0" u="none" strike="noStrike" cap="none">
                <a:solidFill>
                  <a:srgbClr val="FE6046"/>
                </a:solidFill>
                <a:latin typeface="DM Sans"/>
                <a:ea typeface="DM Sans"/>
                <a:cs typeface="DM Sans"/>
                <a:sym typeface="DM Sans"/>
              </a:rPr>
              <a:t> AI</a:t>
            </a:r>
            <a:r>
              <a:rPr lang="en" sz="2000">
                <a:solidFill>
                  <a:srgbClr val="FE604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" sz="2000">
                <a:solidFill>
                  <a:srgbClr val="FE6046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2000" b="0" i="0" u="none" strike="noStrike" cap="none">
                <a:solidFill>
                  <a:srgbClr val="FE6046"/>
                </a:solidFill>
                <a:latin typeface="DM Sans"/>
                <a:ea typeface="DM Sans"/>
                <a:cs typeface="DM Sans"/>
                <a:sym typeface="DM Sans"/>
              </a:rPr>
              <a:t>are siloed</a:t>
            </a:r>
            <a:endParaRPr sz="1600" b="0" i="0" u="none" strike="noStrike" cap="none">
              <a:solidFill>
                <a:srgbClr val="FE60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31"/>
          <p:cNvSpPr/>
          <p:nvPr/>
        </p:nvSpPr>
        <p:spPr>
          <a:xfrm>
            <a:off x="4587082" y="2772398"/>
            <a:ext cx="3016500" cy="1284600"/>
          </a:xfrm>
          <a:prstGeom prst="roundRect">
            <a:avLst>
              <a:gd name="adj" fmla="val 16667"/>
            </a:avLst>
          </a:prstGeom>
          <a:solidFill>
            <a:srgbClr val="274954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M Sans"/>
              <a:buNone/>
            </a:pPr>
            <a:r>
              <a:rPr lang="en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Data privacy &amp; control are challenged</a:t>
            </a:r>
            <a:endParaRPr sz="2000">
              <a:solidFill>
                <a:srgbClr val="FE604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21" name="Google Shape;921;p131"/>
          <p:cNvSpPr/>
          <p:nvPr/>
        </p:nvSpPr>
        <p:spPr>
          <a:xfrm>
            <a:off x="7846474" y="2772398"/>
            <a:ext cx="3016500" cy="1284600"/>
          </a:xfrm>
          <a:prstGeom prst="roundRect">
            <a:avLst>
              <a:gd name="adj" fmla="val 16667"/>
            </a:avLst>
          </a:prstGeom>
          <a:solidFill>
            <a:srgbClr val="274954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M Sans"/>
              <a:buNone/>
            </a:pPr>
            <a:r>
              <a:rPr lang="en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Dependent on highly technical staff</a:t>
            </a:r>
            <a:endParaRPr sz="2000">
              <a:solidFill>
                <a:srgbClr val="FE604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tabricks Theme - Dark">
  <a:themeElements>
    <a:clrScheme name="Databricks">
      <a:dk1>
        <a:srgbClr val="1A3038"/>
      </a:dk1>
      <a:lt1>
        <a:srgbClr val="F9F7F3"/>
      </a:lt1>
      <a:dk2>
        <a:srgbClr val="FE6046"/>
      </a:dk2>
      <a:lt2>
        <a:srgbClr val="EEEDE8"/>
      </a:lt2>
      <a:accent1>
        <a:srgbClr val="1A5162"/>
      </a:accent1>
      <a:accent2>
        <a:srgbClr val="00A971"/>
      </a:accent2>
      <a:accent3>
        <a:srgbClr val="970F29"/>
      </a:accent3>
      <a:accent4>
        <a:srgbClr val="FEAB03"/>
      </a:accent4>
      <a:accent5>
        <a:srgbClr val="618693"/>
      </a:accent5>
      <a:accent6>
        <a:srgbClr val="4259FE"/>
      </a:accent6>
      <a:hlink>
        <a:srgbClr val="FE3621"/>
      </a:hlink>
      <a:folHlink>
        <a:srgbClr val="934F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tabricks Theme - Light">
  <a:themeElements>
    <a:clrScheme name="Databricks">
      <a:dk1>
        <a:srgbClr val="1A3038"/>
      </a:dk1>
      <a:lt1>
        <a:srgbClr val="F9F7F3"/>
      </a:lt1>
      <a:dk2>
        <a:srgbClr val="FE6046"/>
      </a:dk2>
      <a:lt2>
        <a:srgbClr val="EEEDE8"/>
      </a:lt2>
      <a:accent1>
        <a:srgbClr val="1A5162"/>
      </a:accent1>
      <a:accent2>
        <a:srgbClr val="00A971"/>
      </a:accent2>
      <a:accent3>
        <a:srgbClr val="970F29"/>
      </a:accent3>
      <a:accent4>
        <a:srgbClr val="FEAB03"/>
      </a:accent4>
      <a:accent5>
        <a:srgbClr val="618693"/>
      </a:accent5>
      <a:accent6>
        <a:srgbClr val="4259FE"/>
      </a:accent6>
      <a:hlink>
        <a:srgbClr val="FE3621"/>
      </a:hlink>
      <a:folHlink>
        <a:srgbClr val="934F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Macintosh PowerPoint</Application>
  <PresentationFormat>Custom</PresentationFormat>
  <Paragraphs>44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DM Sans</vt:lpstr>
      <vt:lpstr>DM Sans Medium</vt:lpstr>
      <vt:lpstr>Arial</vt:lpstr>
      <vt:lpstr>Simple Light</vt:lpstr>
      <vt:lpstr>Databricks Theme - Dark</vt:lpstr>
      <vt:lpstr>Databricks Theme - Light</vt:lpstr>
      <vt:lpstr>Democratizing Data + AI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Schultz, Dennis (Vendor)</cp:lastModifiedBy>
  <cp:revision>2</cp:revision>
  <dcterms:modified xsi:type="dcterms:W3CDTF">2026-06-16T20:48:02Z</dcterms:modified>
</cp:coreProperties>
</file>